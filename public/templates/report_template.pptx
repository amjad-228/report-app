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7556500" cy="10693400"/>
  <p:notesSz cx="6858000" cy="9144000"/>
  <p:embeddedFontLst>
    <p:embeddedFont>
      <p:font typeface="Cairo Semi-Bold" charset="1" panose="00000700000000000000"/>
      <p:regular r:id="rId7"/>
    </p:embeddedFont>
    <p:embeddedFont>
      <p:font typeface="Fedra sans arabic" charset="1" panose="00000000000000000000"/>
      <p:regular r:id="rId8"/>
    </p:embeddedFont>
    <p:embeddedFont>
      <p:font typeface="Noto Sans Arabic Bold" charset="1" panose="020B0802040504020204"/>
      <p:regular r:id="rId9"/>
    </p:embeddedFont>
    <p:embeddedFont>
      <p:font typeface="Times New Roman Bold" charset="1" panose="02020803070505020304"/>
      <p:regular r:id="rId10"/>
    </p:embeddedFont>
    <p:embeddedFont>
      <p:font typeface="Noto Sans Arabic" charset="1" panose="020B0502040504020204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jpe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jpe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jpeg" Type="http://schemas.openxmlformats.org/officeDocument/2006/relationships/image"/><Relationship Id="rId9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50282" y="324803"/>
            <a:ext cx="891626" cy="388496"/>
          </a:xfrm>
          <a:custGeom>
            <a:avLst/>
            <a:gdLst/>
            <a:ahLst/>
            <a:cxnLst/>
            <a:rect r="r" b="b" t="t" l="l"/>
            <a:pathLst>
              <a:path h="388496" w="891626">
                <a:moveTo>
                  <a:pt x="0" y="0"/>
                </a:moveTo>
                <a:lnTo>
                  <a:pt x="891626" y="0"/>
                </a:lnTo>
                <a:lnTo>
                  <a:pt x="891626" y="388496"/>
                </a:lnTo>
                <a:lnTo>
                  <a:pt x="0" y="38849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95054" y="2723207"/>
            <a:ext cx="6674063" cy="4349477"/>
          </a:xfrm>
          <a:custGeom>
            <a:avLst/>
            <a:gdLst/>
            <a:ahLst/>
            <a:cxnLst/>
            <a:rect r="r" b="b" t="t" l="l"/>
            <a:pathLst>
              <a:path h="4349477" w="6674063">
                <a:moveTo>
                  <a:pt x="0" y="0"/>
                </a:moveTo>
                <a:lnTo>
                  <a:pt x="6674063" y="0"/>
                </a:lnTo>
                <a:lnTo>
                  <a:pt x="6674063" y="4349477"/>
                </a:lnTo>
                <a:lnTo>
                  <a:pt x="0" y="434947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82688" y="7139359"/>
            <a:ext cx="955310" cy="955310"/>
          </a:xfrm>
          <a:custGeom>
            <a:avLst/>
            <a:gdLst/>
            <a:ahLst/>
            <a:cxnLst/>
            <a:rect r="r" b="b" t="t" l="l"/>
            <a:pathLst>
              <a:path h="955310" w="955310">
                <a:moveTo>
                  <a:pt x="0" y="0"/>
                </a:moveTo>
                <a:lnTo>
                  <a:pt x="955310" y="0"/>
                </a:lnTo>
                <a:lnTo>
                  <a:pt x="955310" y="955310"/>
                </a:lnTo>
                <a:lnTo>
                  <a:pt x="0" y="9553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792909" y="8680590"/>
            <a:ext cx="1547603" cy="9525"/>
          </a:xfrm>
          <a:custGeom>
            <a:avLst/>
            <a:gdLst/>
            <a:ahLst/>
            <a:cxnLst/>
            <a:rect r="r" b="b" t="t" l="l"/>
            <a:pathLst>
              <a:path h="9525" w="1547603">
                <a:moveTo>
                  <a:pt x="0" y="0"/>
                </a:moveTo>
                <a:lnTo>
                  <a:pt x="1547603" y="0"/>
                </a:lnTo>
                <a:lnTo>
                  <a:pt x="1547603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456510" y="8619515"/>
            <a:ext cx="2268000" cy="111781"/>
            <a:chOff x="0" y="0"/>
            <a:chExt cx="812800" cy="4006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40060"/>
            </a:xfrm>
            <a:custGeom>
              <a:avLst/>
              <a:gdLst/>
              <a:ahLst/>
              <a:cxnLst/>
              <a:rect r="r" b="b" t="t" l="l"/>
              <a:pathLst>
                <a:path h="4006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40060"/>
                  </a:lnTo>
                  <a:lnTo>
                    <a:pt x="0" y="4006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123825"/>
              <a:ext cx="812800" cy="16388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560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08911" y="8562365"/>
            <a:ext cx="2315599" cy="1723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26"/>
              </a:lnSpc>
            </a:pPr>
            <a:r>
              <a:rPr lang="en-US" b="true" sz="802" spc="2">
                <a:solidFill>
                  <a:srgbClr val="0000EE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https://siha-sa-xi.vercel.app/#/inquiries/slenquiry</a:t>
            </a:r>
          </a:p>
        </p:txBody>
      </p:sp>
      <p:grpSp>
        <p:nvGrpSpPr>
          <p:cNvPr name="Group 10" id="10"/>
          <p:cNvGrpSpPr>
            <a:grpSpLocks noChangeAspect="true"/>
          </p:cNvGrpSpPr>
          <p:nvPr/>
        </p:nvGrpSpPr>
        <p:grpSpPr>
          <a:xfrm rot="0">
            <a:off x="3935882" y="7171201"/>
            <a:ext cx="19107" cy="1566710"/>
            <a:chOff x="0" y="0"/>
            <a:chExt cx="19101" cy="156671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9050" cy="1566672"/>
            </a:xfrm>
            <a:custGeom>
              <a:avLst/>
              <a:gdLst/>
              <a:ahLst/>
              <a:cxnLst/>
              <a:rect r="r" b="b" t="t" l="l"/>
              <a:pathLst>
                <a:path h="1566672" w="19050">
                  <a:moveTo>
                    <a:pt x="0" y="0"/>
                  </a:moveTo>
                  <a:lnTo>
                    <a:pt x="19050" y="0"/>
                  </a:lnTo>
                  <a:lnTo>
                    <a:pt x="19050" y="1566672"/>
                  </a:lnTo>
                  <a:lnTo>
                    <a:pt x="0" y="1566672"/>
                  </a:lnTo>
                  <a:close/>
                </a:path>
              </a:pathLst>
            </a:custGeom>
            <a:solidFill>
              <a:srgbClr val="EEEEEE"/>
            </a:solid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5680920" y="7171201"/>
            <a:ext cx="827932" cy="827932"/>
          </a:xfrm>
          <a:custGeom>
            <a:avLst/>
            <a:gdLst/>
            <a:ahLst/>
            <a:cxnLst/>
            <a:rect r="r" b="b" t="t" l="l"/>
            <a:pathLst>
              <a:path h="827932" w="827932">
                <a:moveTo>
                  <a:pt x="0" y="0"/>
                </a:moveTo>
                <a:lnTo>
                  <a:pt x="827932" y="0"/>
                </a:lnTo>
                <a:lnTo>
                  <a:pt x="827932" y="827932"/>
                </a:lnTo>
                <a:lnTo>
                  <a:pt x="0" y="8279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6056671" y="8852545"/>
            <a:ext cx="1146372" cy="541344"/>
          </a:xfrm>
          <a:custGeom>
            <a:avLst/>
            <a:gdLst/>
            <a:ahLst/>
            <a:cxnLst/>
            <a:rect r="r" b="b" t="t" l="l"/>
            <a:pathLst>
              <a:path h="541344" w="1146372">
                <a:moveTo>
                  <a:pt x="0" y="0"/>
                </a:moveTo>
                <a:lnTo>
                  <a:pt x="1146372" y="0"/>
                </a:lnTo>
                <a:lnTo>
                  <a:pt x="1146372" y="541343"/>
                </a:lnTo>
                <a:lnTo>
                  <a:pt x="0" y="5413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005826" y="0"/>
            <a:ext cx="2547499" cy="1031738"/>
          </a:xfrm>
          <a:custGeom>
            <a:avLst/>
            <a:gdLst/>
            <a:ahLst/>
            <a:cxnLst/>
            <a:rect r="r" b="b" t="t" l="l"/>
            <a:pathLst>
              <a:path h="1031738" w="2547499">
                <a:moveTo>
                  <a:pt x="0" y="0"/>
                </a:moveTo>
                <a:lnTo>
                  <a:pt x="2547499" y="0"/>
                </a:lnTo>
                <a:lnTo>
                  <a:pt x="2547499" y="1031738"/>
                </a:lnTo>
                <a:lnTo>
                  <a:pt x="0" y="103173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2585704" y="0"/>
            <a:ext cx="2229060" cy="1057208"/>
          </a:xfrm>
          <a:custGeom>
            <a:avLst/>
            <a:gdLst/>
            <a:ahLst/>
            <a:cxnLst/>
            <a:rect r="r" b="b" t="t" l="l"/>
            <a:pathLst>
              <a:path h="1057208" w="2229060">
                <a:moveTo>
                  <a:pt x="0" y="0"/>
                </a:moveTo>
                <a:lnTo>
                  <a:pt x="2229060" y="0"/>
                </a:lnTo>
                <a:lnTo>
                  <a:pt x="2229060" y="1057208"/>
                </a:lnTo>
                <a:lnTo>
                  <a:pt x="0" y="10572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124667" y="7181338"/>
            <a:ext cx="871352" cy="871352"/>
          </a:xfrm>
          <a:custGeom>
            <a:avLst/>
            <a:gdLst/>
            <a:ahLst/>
            <a:cxnLst/>
            <a:rect r="r" b="b" t="t" l="l"/>
            <a:pathLst>
              <a:path h="871352" w="871352">
                <a:moveTo>
                  <a:pt x="0" y="0"/>
                </a:moveTo>
                <a:lnTo>
                  <a:pt x="871352" y="0"/>
                </a:lnTo>
                <a:lnTo>
                  <a:pt x="871352" y="871352"/>
                </a:lnTo>
                <a:lnTo>
                  <a:pt x="0" y="87135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5749961" y="7222471"/>
            <a:ext cx="727339" cy="659151"/>
          </a:xfrm>
          <a:custGeom>
            <a:avLst/>
            <a:gdLst/>
            <a:ahLst/>
            <a:cxnLst/>
            <a:rect r="r" b="b" t="t" l="l"/>
            <a:pathLst>
              <a:path h="659151" w="727339">
                <a:moveTo>
                  <a:pt x="0" y="0"/>
                </a:moveTo>
                <a:lnTo>
                  <a:pt x="727339" y="0"/>
                </a:lnTo>
                <a:lnTo>
                  <a:pt x="727339" y="659150"/>
                </a:lnTo>
                <a:lnTo>
                  <a:pt x="0" y="65915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4869894" y="3186088"/>
            <a:ext cx="588702" cy="497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{{ENTRY_DATE_HIJRI}}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856627" y="3180683"/>
            <a:ext cx="1735765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31"/>
              </a:lnSpc>
            </a:pPr>
            <a:r>
              <a:rPr lang="en-US" b="true" sz="85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to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730454" y="3188074"/>
            <a:ext cx="1713281" cy="230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  </a:t>
            </a:r>
            <a:r>
              <a:rPr lang="en-US" b="true" sz="85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day (                                                         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83519" y="6342316"/>
            <a:ext cx="2394427" cy="127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spc="3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{{DOCTOR_NAME_EN}}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20957" y="8397450"/>
            <a:ext cx="18412" cy="141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40"/>
              </a:lnSpc>
            </a:pPr>
            <a:r>
              <a:rPr lang="en-US" b="true" sz="651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722969" y="1645177"/>
            <a:ext cx="2146925" cy="849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3560"/>
              </a:lnSpc>
            </a:pPr>
            <a:r>
              <a:rPr lang="ar-EG" b="true" sz="1855" spc="12">
                <a:solidFill>
                  <a:srgbClr val="3A74B9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ﺗﻘﺮﻳﺮ إﺟﺎزة ﻣﺮﺿﻴﺔ</a:t>
            </a:r>
            <a:r>
              <a:rPr lang="ar-EG" b="true" sz="1855" spc="12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  </a:t>
            </a:r>
            <a:r>
              <a:rPr lang="en-US" b="true" sz="1855" spc="12">
                <a:solidFill>
                  <a:srgbClr val="2C3E77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Sick Leave Report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99730" y="2779509"/>
            <a:ext cx="617772" cy="253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2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ID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69276" y="2801979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50531" y="3161633"/>
            <a:ext cx="916170" cy="253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2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Leave Duration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66095" y="3184103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49391" y="3538784"/>
            <a:ext cx="1010951" cy="253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3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Admission Date</a:t>
            </a:r>
            <a:r>
              <a:rPr lang="en-US" b="true" sz="852" spc="3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563683" y="3923394"/>
            <a:ext cx="819836" cy="253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2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Discharge Date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62913" y="3948351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670679" y="4308005"/>
            <a:ext cx="492414" cy="253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2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Issue Date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369276" y="4330475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756000" y="4690129"/>
            <a:ext cx="278654" cy="253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4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Name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69276" y="4712599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4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476918" y="5078625"/>
            <a:ext cx="1031545" cy="253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6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 ID/Iqama</a:t>
            </a:r>
            <a:r>
              <a:rPr lang="en-US" b="true" sz="852" spc="6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650315" y="5460749"/>
            <a:ext cx="609743" cy="253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2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Nationality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66095" y="5483219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19671" y="5842873"/>
            <a:ext cx="577891" cy="253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3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Employer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366095" y="5865343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3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41096" y="6224997"/>
            <a:ext cx="828180" cy="253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2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Physician Name</a:t>
            </a:r>
            <a:r>
              <a:rPr lang="en-US" b="true" sz="852" spc="2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751513" y="6613493"/>
            <a:ext cx="383000" cy="253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2">
                <a:solidFill>
                  <a:srgbClr val="366FB5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Position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366095" y="6635963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398200" y="6718678"/>
            <a:ext cx="2369172" cy="132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3"/>
              </a:lnSpc>
            </a:pPr>
            <a:r>
              <a:rPr lang="en-US" sz="852" spc="2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{{JOB_TITLE_EN}}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408948" y="5575049"/>
            <a:ext cx="2348979" cy="132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3"/>
              </a:lnSpc>
            </a:pPr>
            <a:r>
              <a:rPr lang="en-US" sz="852" spc="2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{{NATIONALITY_EN}}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391936" y="5192925"/>
            <a:ext cx="4700130" cy="132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3"/>
              </a:lnSpc>
            </a:pPr>
            <a:r>
              <a:rPr lang="en-US" sz="852" spc="3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{{ID_NUMBER}}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3777945" y="6718678"/>
            <a:ext cx="2325391" cy="132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3"/>
              </a:lnSpc>
            </a:pPr>
            <a:r>
              <a:rPr lang="en-US" sz="852" spc="3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{{JOB_TITLE_AR}}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3776977" y="5575049"/>
            <a:ext cx="2325391" cy="132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3"/>
              </a:lnSpc>
            </a:pPr>
            <a:r>
              <a:rPr lang="en-US" sz="852" spc="3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{{NATIONALITY_AR}}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391936" y="2798559"/>
            <a:ext cx="4702950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31"/>
              </a:lnSpc>
            </a:pPr>
            <a:r>
              <a:rPr lang="en-US" b="true" sz="852" spc="3">
                <a:solidFill>
                  <a:srgbClr val="2C3E77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{{SERVICE_CODE}}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3735267" y="3184103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4077024" y="3192046"/>
            <a:ext cx="588702" cy="4974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{{EXIT_DATE_HIJRI}}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5451643" y="3180683"/>
            <a:ext cx="76048" cy="226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) 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5451643" y="3180683"/>
            <a:ext cx="377323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rtl="true">
              <a:lnSpc>
                <a:spcPts val="2131"/>
              </a:lnSpc>
            </a:pPr>
            <a:r>
              <a:rPr lang="ar-EG" b="true" sz="85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  <a:rtl val="true"/>
              </a:rPr>
              <a:t>   </a:t>
            </a:r>
            <a:r>
              <a:rPr lang="ar-EG" b="true" sz="85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  <a:rtl val="true"/>
              </a:rPr>
              <a:t> ﻳﻮم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2292744" y="3562807"/>
            <a:ext cx="588702" cy="776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852" spc="2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{{ENTRY_DATE_GREGORIAN}}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3735267" y="3566227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4642809" y="3562807"/>
            <a:ext cx="588702" cy="505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852" spc="2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{{ENTRY_DATE_HIJRI}}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2286381" y="3944931"/>
            <a:ext cx="588702" cy="776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852" spc="2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{{EXIT_DATE_GREGORIAN}}</a:t>
            </a:r>
          </a:p>
        </p:txBody>
      </p:sp>
      <p:sp>
        <p:nvSpPr>
          <p:cNvPr name="TextBox 57" id="57"/>
          <p:cNvSpPr txBox="true"/>
          <p:nvPr/>
        </p:nvSpPr>
        <p:spPr>
          <a:xfrm rot="0">
            <a:off x="3732086" y="3948351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4636446" y="3944931"/>
            <a:ext cx="588702" cy="5053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852" spc="2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{{EXIT_DATE_HIJRI}}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3455041" y="4327055"/>
            <a:ext cx="588702" cy="776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852" spc="2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{{REPORT_ISSUE_DATE}}</a:t>
            </a:r>
          </a:p>
        </p:txBody>
      </p:sp>
      <p:sp>
        <p:nvSpPr>
          <p:cNvPr name="TextBox 60" id="60"/>
          <p:cNvSpPr txBox="true"/>
          <p:nvPr/>
        </p:nvSpPr>
        <p:spPr>
          <a:xfrm rot="0">
            <a:off x="6320971" y="2798559"/>
            <a:ext cx="570981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2131"/>
              </a:lnSpc>
            </a:pPr>
            <a:r>
              <a:rPr lang="ar-EG" b="true" sz="852" spc="2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رﻣﺰ اﻹﺟﺎزة</a:t>
            </a:r>
          </a:p>
        </p:txBody>
      </p:sp>
      <p:sp>
        <p:nvSpPr>
          <p:cNvPr name="TextBox 61" id="61"/>
          <p:cNvSpPr txBox="true"/>
          <p:nvPr/>
        </p:nvSpPr>
        <p:spPr>
          <a:xfrm rot="0">
            <a:off x="6063044" y="2801979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62" id="62"/>
          <p:cNvSpPr txBox="true"/>
          <p:nvPr/>
        </p:nvSpPr>
        <p:spPr>
          <a:xfrm rot="0">
            <a:off x="6305055" y="3180683"/>
            <a:ext cx="509445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2131"/>
              </a:lnSpc>
            </a:pPr>
            <a:r>
              <a:rPr lang="ar-EG" b="true" sz="852" spc="2">
                <a:solidFill>
                  <a:srgbClr val="FFFFFF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ﻣﺪة اﻹﺟﺎزة</a:t>
            </a:r>
          </a:p>
        </p:txBody>
      </p:sp>
      <p:sp>
        <p:nvSpPr>
          <p:cNvPr name="TextBox 63" id="63"/>
          <p:cNvSpPr txBox="true"/>
          <p:nvPr/>
        </p:nvSpPr>
        <p:spPr>
          <a:xfrm rot="0">
            <a:off x="6066225" y="3184103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6256775" y="3562807"/>
            <a:ext cx="606005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2131"/>
              </a:lnSpc>
            </a:pPr>
            <a:r>
              <a:rPr lang="ar-EG" b="true" sz="852" spc="2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ﺗﺎرﻳﺦ اﻟﺪﺧﻮل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6066225" y="3566227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6256775" y="3944931"/>
            <a:ext cx="599642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2131"/>
              </a:lnSpc>
            </a:pPr>
            <a:r>
              <a:rPr lang="ar-EG" b="true" sz="852" spc="2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ﺗﺎرﻳﺦ اﻟﺨﺮوج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6063044" y="3948351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6080736" y="4327055"/>
            <a:ext cx="905389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2131"/>
              </a:lnSpc>
            </a:pPr>
            <a:r>
              <a:rPr lang="ar-EG" b="true" sz="852" spc="5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ﺗﺎرﻳﺦ اﺻﺪار اﻟﺘﻘﺮﻳﺮ</a:t>
            </a:r>
            <a:r>
              <a:rPr lang="ar-EG" b="true" sz="852" spc="5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 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6426060" y="4709179"/>
            <a:ext cx="414290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2131"/>
              </a:lnSpc>
            </a:pPr>
            <a:r>
              <a:rPr lang="ar-EG" b="true" sz="852" spc="4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اﻻﺳﻢ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6069406" y="4712599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4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6056671" y="5097675"/>
            <a:ext cx="949071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2131"/>
              </a:lnSpc>
            </a:pPr>
            <a:r>
              <a:rPr lang="ar-EG" b="true" sz="852" spc="2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رﻗﻢ اﻟﻬﻮﻳﺔ/اﻹﻗﺎﻣﺔ</a:t>
            </a:r>
            <a:r>
              <a:rPr lang="ar-EG" b="true" sz="852" spc="2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 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6368739" y="5479799"/>
            <a:ext cx="471611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2131"/>
              </a:lnSpc>
            </a:pPr>
            <a:r>
              <a:rPr lang="ar-EG" b="true" sz="852" spc="3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اﻟﺠﻨﺴﻴﺔ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6066225" y="5483219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3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6295501" y="5861923"/>
            <a:ext cx="529819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rtl="true">
              <a:lnSpc>
                <a:spcPts val="2131"/>
              </a:lnSpc>
            </a:pPr>
            <a:r>
              <a:rPr lang="ar-EG" b="true" sz="852" spc="3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ﺟﻬﺔ اﻟﻌﻤﻞ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6066225" y="5865343"/>
            <a:ext cx="22660" cy="219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3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 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6059853" y="6234522"/>
            <a:ext cx="959168" cy="236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00"/>
              </a:lnSpc>
            </a:pPr>
            <a:r>
              <a:rPr lang="ar-EG" b="true" sz="800" spc="8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اﺳﻢ اﻟﻄﺒﻴﺐ اﻟﻤﻌﺎﻟﺞ</a:t>
            </a:r>
            <a:r>
              <a:rPr lang="en-US" b="true" sz="800" spc="8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</a:rPr>
              <a:t> 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6074373" y="6651717"/>
            <a:ext cx="932469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2131"/>
              </a:lnSpc>
            </a:pPr>
            <a:r>
              <a:rPr lang="ar-EG" b="true" sz="852" spc="3">
                <a:solidFill>
                  <a:srgbClr val="366FB5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اﻟﻤﺴﻤﻰ اﻟﻮﻇﻴﻔﻲ</a:t>
            </a:r>
            <a:r>
              <a:rPr lang="ar-EG" b="true" sz="852" spc="3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 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1385573" y="4805397"/>
            <a:ext cx="2394427" cy="127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spc="3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{{NAME_EN}}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3757927" y="6342317"/>
            <a:ext cx="2336959" cy="117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0"/>
              </a:lnSpc>
            </a:pPr>
            <a:r>
              <a:rPr lang="en-US" sz="750" spc="3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{{DOCTOR_NAME_AR}}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3780000" y="4801686"/>
            <a:ext cx="2308885" cy="118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56"/>
              </a:lnSpc>
            </a:pPr>
            <a:r>
              <a:rPr lang="en-US" sz="754" spc="2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{{NAME_AR}}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280940" y="8203120"/>
            <a:ext cx="2600506" cy="257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064"/>
              </a:lnSpc>
            </a:pPr>
            <a:r>
              <a:rPr lang="ar-EG" b="true" sz="700" spc="2">
                <a:solidFill>
                  <a:srgbClr val="000000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ﻟﻠﺘﺤﻘﻖ ﻣﻦ ﺑﻴﺎﻧﺎت اﻟﺘﻘﺮﻳﺮ ﻳﺮﺟﻰ اﻟﺘﺄﻛﺪ ﻣﻦ زﻳﺎرة ﻣﻮﻗﻊ ﻣﻨﺼﺔ ﺻﺤﺔ اﻟﺮﺳﻤﻲ 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614582" y="8392619"/>
            <a:ext cx="2120605" cy="1946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9"/>
              </a:lnSpc>
            </a:pPr>
            <a:r>
              <a:rPr lang="en-US" b="true" sz="651" spc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Tocheckthereportplease visit Seha's offical website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4636446" y="8391383"/>
            <a:ext cx="2923554" cy="146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249"/>
              </a:lnSpc>
            </a:pPr>
            <a:r>
              <a:rPr lang="ar-EG" b="true" sz="650" spc="1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  <a:rtl val="true"/>
              </a:rPr>
              <a:t>رﻗﻢ اﻟﱰﺧﻴﺺ : </a:t>
            </a:r>
            <a:r>
              <a:rPr lang="en-US" b="true" sz="650" spc="1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1410101201200270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3133420" y="607228"/>
            <a:ext cx="1210713" cy="1484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63"/>
              </a:lnSpc>
            </a:pPr>
            <a:r>
              <a:rPr lang="en-US" b="true" sz="9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Kingdom of Saudi Arabia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5667951" y="3184103"/>
            <a:ext cx="258013" cy="1046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31"/>
              </a:lnSpc>
            </a:pPr>
            <a:r>
              <a:rPr lang="en-US" b="true" sz="85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{{DAYS_COUNT}}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2074612" y="3188074"/>
            <a:ext cx="588702" cy="7760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sz="852" spc="2">
                <a:solidFill>
                  <a:srgbClr val="FFFFFF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{{ENTRY_DATE_GREGORIAN}}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2791870" y="3188074"/>
            <a:ext cx="588702" cy="7641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1"/>
              </a:lnSpc>
            </a:pPr>
            <a:r>
              <a:rPr lang="en-US" b="true" sz="852" spc="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{{EXIT_DATE_GREGORIAN}}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1637723" y="3180683"/>
            <a:ext cx="258013" cy="1046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31"/>
              </a:lnSpc>
            </a:pPr>
            <a:r>
              <a:rPr lang="en-US" b="true" sz="85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{{DAYS_COUNT}}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4655532" y="8075333"/>
            <a:ext cx="2904468" cy="146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49"/>
              </a:lnSpc>
            </a:pPr>
            <a:r>
              <a:rPr lang="en-US" sz="650" spc="1">
                <a:solidFill>
                  <a:srgbClr val="000000"/>
                </a:solidFill>
                <a:latin typeface="Noto Sans Arabic"/>
                <a:ea typeface="Noto Sans Arabic"/>
                <a:cs typeface="Noto Sans Arabic"/>
                <a:sym typeface="Noto Sans Arabic"/>
              </a:rPr>
              <a:t>{{HOSPITAL_NAME_AR}}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4642809" y="8235695"/>
            <a:ext cx="2917191" cy="146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49"/>
              </a:lnSpc>
            </a:pPr>
            <a:r>
              <a:rPr lang="en-US" sz="650" spc="1">
                <a:solidFill>
                  <a:srgbClr val="000000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{{HOSPITAL_NAME_EN}}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350282" y="9329624"/>
            <a:ext cx="1625622" cy="137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03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{{PRINT_DATE}}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350282" y="9056084"/>
            <a:ext cx="855649" cy="227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05"/>
              </a:lnSpc>
            </a:pPr>
            <a:r>
              <a:rPr lang="en-US" b="true" sz="802" spc="2">
                <a:solidFill>
                  <a:srgbClr val="000000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{{PRINT_TIME}}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3716217" y="3184103"/>
            <a:ext cx="667188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31"/>
              </a:lnSpc>
            </a:pPr>
            <a:r>
              <a:rPr lang="en-US" b="true" sz="85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</a:rPr>
              <a:t>( </a:t>
            </a:r>
          </a:p>
        </p:txBody>
      </p:sp>
      <p:sp>
        <p:nvSpPr>
          <p:cNvPr name="TextBox 94" id="94"/>
          <p:cNvSpPr txBox="true"/>
          <p:nvPr/>
        </p:nvSpPr>
        <p:spPr>
          <a:xfrm rot="0">
            <a:off x="4673046" y="3176654"/>
            <a:ext cx="177822" cy="2346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rtl="true">
              <a:lnSpc>
                <a:spcPts val="2131"/>
              </a:lnSpc>
            </a:pPr>
            <a:r>
              <a:rPr lang="ar-EG" b="true" sz="852">
                <a:solidFill>
                  <a:srgbClr val="FFFFFF"/>
                </a:solidFill>
                <a:latin typeface="Cairo Semi-Bold"/>
                <a:ea typeface="Cairo Semi-Bold"/>
                <a:cs typeface="Cairo Semi-Bold"/>
                <a:sym typeface="Cairo Semi-Bold"/>
                <a:rtl val="true"/>
              </a:rPr>
              <a:t>الى</a:t>
            </a:r>
          </a:p>
        </p:txBody>
      </p:sp>
      <p:sp>
        <p:nvSpPr>
          <p:cNvPr name="TextBox 95" id="95"/>
          <p:cNvSpPr txBox="true"/>
          <p:nvPr/>
        </p:nvSpPr>
        <p:spPr>
          <a:xfrm rot="0">
            <a:off x="1550600" y="6871078"/>
            <a:ext cx="2369172" cy="132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93"/>
              </a:lnSpc>
            </a:pPr>
            <a:r>
              <a:rPr lang="en-US" sz="852" spc="2">
                <a:solidFill>
                  <a:srgbClr val="2C3E77"/>
                </a:solidFill>
                <a:latin typeface="Fedra sans arabic"/>
                <a:ea typeface="Fedra sans arabic"/>
                <a:cs typeface="Fedra sans arabic"/>
                <a:sym typeface="Fedra sans arabic"/>
              </a:rPr>
              <a:t>{{JOB_TITLE_EN}}</a:t>
            </a:r>
          </a:p>
        </p:txBody>
      </p:sp>
      <p:sp>
        <p:nvSpPr>
          <p:cNvPr name="TextBox 96" id="96"/>
          <p:cNvSpPr txBox="true"/>
          <p:nvPr/>
        </p:nvSpPr>
        <p:spPr>
          <a:xfrm rot="0">
            <a:off x="3743415" y="5960782"/>
            <a:ext cx="2325391" cy="1322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>
              <a:lnSpc>
                <a:spcPts val="1193"/>
              </a:lnSpc>
            </a:pPr>
            <a:r>
              <a:rPr lang="ar-EG" sz="852" spc="3">
                <a:solidFill>
                  <a:srgbClr val="2C3E77"/>
                </a:solidFill>
                <a:latin typeface="Noto Sans Arabic"/>
                <a:ea typeface="Noto Sans Arabic"/>
                <a:cs typeface="Noto Sans Arabic"/>
                <a:sym typeface="Noto Sans Arabic"/>
                <a:rtl val="true"/>
              </a:rPr>
              <a:t>الى من يهمه الامر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DAG3VKHgOPo</dc:identifier>
  <dcterms:modified xsi:type="dcterms:W3CDTF">2011-08-01T06:04:30Z</dcterms:modified>
  <cp:revision>1</cp:revision>
  <dc:title>sickLeaves.pdf</dc:title>
</cp:coreProperties>
</file>