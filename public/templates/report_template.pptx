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770893"/>
            <a:ext cx="2044969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b="true" sz="16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190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1974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46884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8609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13237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18706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6940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525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6891414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ATIONALITY_En}}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519275" y="5824357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AME_EN}}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521219" y="3147070"/>
            <a:ext cx="604810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SERVICE_CODE}}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982711" y="3696729"/>
            <a:ext cx="1094965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6898396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564572" y="5831338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568953" y="798170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619560" y="11440144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476250" y="11553968"/>
            <a:ext cx="2130288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</a:t>
            </a: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PRINT_TIME}}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2521219" y="7972177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AME_EN}}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5530853" y="10895286"/>
            <a:ext cx="5161147" cy="266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</a:t>
            </a: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TAL_NAME_EN}}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476250" y="1190496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70" id="70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71" id="71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530194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DAG8cI3nTsg</dc:identifier>
  <dcterms:modified xsi:type="dcterms:W3CDTF">2011-08-01T06:04:30Z</dcterms:modified>
  <cp:revision>1</cp:revision>
  <dc:title>sickLeaves-11.pdf</dc:title>
</cp:coreProperties>
</file>