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</p:sldIdLst>
  <p:sldSz cx="10693400" cy="15113000"/>
  <p:notesSz cx="6858000" cy="9144000"/>
  <p:embeddedFontLst>
    <p:embeddedFont>
      <p:font typeface="Open Sans" charset="1" panose="020B0606030504020204"/>
      <p:regular r:id="rId7"/>
    </p:embeddedFont>
    <p:embeddedFont>
      <p:font typeface="Arab Times" charset="1" panose="02000400000000000000"/>
      <p:regular r:id="rId8"/>
    </p:embeddedFont>
    <p:embeddedFont>
      <p:font typeface="Noto Sans Arabic Bold" charset="1" panose="020B0802040504020204"/>
      <p:regular r:id="rId9"/>
    </p:embeddedFont>
    <p:embeddedFont>
      <p:font typeface="Fedra sans arabic" charset="1" panose="00000000000000000000"/>
      <p:regular r:id="rId10"/>
    </p:embeddedFont>
    <p:embeddedFont>
      <p:font typeface="Times New Roman Bold" charset="1" panose="02020803070505020304"/>
      <p:regular r:id="rId11"/>
    </p:embeddedFont>
    <p:embeddedFont>
      <p:font typeface="Noto Sans Arabic" charset="1" panose="020B0502040504020204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fonts/font10.fntdata" Type="http://schemas.openxmlformats.org/officeDocument/2006/relationships/font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fonts/font7.fntdata" Type="http://schemas.openxmlformats.org/officeDocument/2006/relationships/font"/><Relationship Id="rId8" Target="fonts/font8.fntdata" Type="http://schemas.openxmlformats.org/officeDocument/2006/relationships/font"/><Relationship Id="rId9" Target="fonts/font9.fntdata" Type="http://schemas.openxmlformats.org/officeDocument/2006/relationships/font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 TargetMode="External" Type="http://schemas.openxmlformats.org/officeDocument/2006/relationships/hyperlink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jpe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457200" y="457200"/>
            <a:ext cx="9779003" cy="952500"/>
            <a:chOff x="0" y="0"/>
            <a:chExt cx="9779000" cy="952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779000" cy="952500"/>
            </a:xfrm>
            <a:custGeom>
              <a:avLst/>
              <a:gdLst/>
              <a:ahLst/>
              <a:cxnLst/>
              <a:rect r="r" b="b" t="t" l="l"/>
              <a:pathLst>
                <a:path h="952500" w="9779000">
                  <a:moveTo>
                    <a:pt x="0" y="952500"/>
                  </a:moveTo>
                  <a:lnTo>
                    <a:pt x="9779000" y="952500"/>
                  </a:lnTo>
                  <a:lnTo>
                    <a:pt x="9779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393697" y="2993517"/>
            <a:ext cx="9906000" cy="6047356"/>
          </a:xfrm>
          <a:custGeom>
            <a:avLst/>
            <a:gdLst/>
            <a:ahLst/>
            <a:cxnLst/>
            <a:rect r="r" b="b" t="t" l="l"/>
            <a:pathLst>
              <a:path h="6047356" w="9906000">
                <a:moveTo>
                  <a:pt x="0" y="0"/>
                </a:moveTo>
                <a:lnTo>
                  <a:pt x="9906000" y="0"/>
                </a:lnTo>
                <a:lnTo>
                  <a:pt x="9906000" y="6047356"/>
                </a:lnTo>
                <a:lnTo>
                  <a:pt x="0" y="60473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3663953" y="457200"/>
            <a:ext cx="3333750" cy="1584703"/>
          </a:xfrm>
          <a:custGeom>
            <a:avLst/>
            <a:gdLst/>
            <a:ahLst/>
            <a:cxnLst/>
            <a:rect r="r" b="b" t="t" l="l"/>
            <a:pathLst>
              <a:path h="1584703" w="3333750">
                <a:moveTo>
                  <a:pt x="0" y="0"/>
                </a:moveTo>
                <a:lnTo>
                  <a:pt x="3333750" y="0"/>
                </a:lnTo>
                <a:lnTo>
                  <a:pt x="3333750" y="1584703"/>
                </a:lnTo>
                <a:lnTo>
                  <a:pt x="0" y="15847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6902453" y="457200"/>
            <a:ext cx="3333750" cy="1357760"/>
          </a:xfrm>
          <a:custGeom>
            <a:avLst/>
            <a:gdLst/>
            <a:ahLst/>
            <a:cxnLst/>
            <a:rect r="r" b="b" t="t" l="l"/>
            <a:pathLst>
              <a:path h="1357760" w="3333750">
                <a:moveTo>
                  <a:pt x="0" y="0"/>
                </a:moveTo>
                <a:lnTo>
                  <a:pt x="3333750" y="0"/>
                </a:lnTo>
                <a:lnTo>
                  <a:pt x="3333750" y="1357760"/>
                </a:lnTo>
                <a:lnTo>
                  <a:pt x="0" y="135776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457200" y="457200"/>
            <a:ext cx="1905000" cy="840867"/>
          </a:xfrm>
          <a:custGeom>
            <a:avLst/>
            <a:gdLst/>
            <a:ahLst/>
            <a:cxnLst/>
            <a:rect r="r" b="b" t="t" l="l"/>
            <a:pathLst>
              <a:path h="840867" w="1905000">
                <a:moveTo>
                  <a:pt x="0" y="0"/>
                </a:moveTo>
                <a:lnTo>
                  <a:pt x="1905000" y="0"/>
                </a:lnTo>
                <a:lnTo>
                  <a:pt x="1905000" y="840867"/>
                </a:lnTo>
                <a:lnTo>
                  <a:pt x="0" y="84086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grpSp>
        <p:nvGrpSpPr>
          <p:cNvPr name="Group 8" id="8"/>
          <p:cNvGrpSpPr>
            <a:grpSpLocks noChangeAspect="true"/>
          </p:cNvGrpSpPr>
          <p:nvPr/>
        </p:nvGrpSpPr>
        <p:grpSpPr>
          <a:xfrm rot="0">
            <a:off x="5521328" y="9167879"/>
            <a:ext cx="19050" cy="2570226"/>
            <a:chOff x="0" y="0"/>
            <a:chExt cx="19050" cy="257022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9050" cy="2570226"/>
            </a:xfrm>
            <a:custGeom>
              <a:avLst/>
              <a:gdLst/>
              <a:ahLst/>
              <a:cxnLst/>
              <a:rect r="r" b="b" t="t" l="l"/>
              <a:pathLst>
                <a:path h="2570226" w="19050">
                  <a:moveTo>
                    <a:pt x="0" y="0"/>
                  </a:moveTo>
                  <a:lnTo>
                    <a:pt x="0" y="2570226"/>
                  </a:lnTo>
                  <a:lnTo>
                    <a:pt x="19050" y="2570226"/>
                  </a:lnTo>
                  <a:lnTo>
                    <a:pt x="19050" y="0"/>
                  </a:lnTo>
                  <a:lnTo>
                    <a:pt x="0" y="0"/>
                  </a:lnTo>
                </a:path>
              </a:pathLst>
            </a:custGeom>
            <a:solidFill>
              <a:srgbClr val="DDDDDD"/>
            </a:solidFill>
          </p:spPr>
        </p:sp>
      </p:grpSp>
      <p:grpSp>
        <p:nvGrpSpPr>
          <p:cNvPr name="Group 10" id="10"/>
          <p:cNvGrpSpPr>
            <a:grpSpLocks noChangeAspect="true"/>
          </p:cNvGrpSpPr>
          <p:nvPr/>
        </p:nvGrpSpPr>
        <p:grpSpPr>
          <a:xfrm rot="0">
            <a:off x="2163823" y="9167879"/>
            <a:ext cx="1428750" cy="1428750"/>
            <a:chOff x="0" y="0"/>
            <a:chExt cx="1905000" cy="1905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905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905000">
                  <a:moveTo>
                    <a:pt x="127000" y="0"/>
                  </a:moveTo>
                  <a:cubicBezTo>
                    <a:pt x="56769" y="0"/>
                    <a:pt x="0" y="56896"/>
                    <a:pt x="0" y="127000"/>
                  </a:cubicBezTo>
                  <a:lnTo>
                    <a:pt x="0" y="1778000"/>
                  </a:lnTo>
                  <a:cubicBezTo>
                    <a:pt x="0" y="1848104"/>
                    <a:pt x="56769" y="1905000"/>
                    <a:pt x="127000" y="1905000"/>
                  </a:cubicBezTo>
                  <a:lnTo>
                    <a:pt x="1778000" y="1905000"/>
                  </a:lnTo>
                  <a:cubicBezTo>
                    <a:pt x="1848104" y="1905000"/>
                    <a:pt x="1905000" y="1848104"/>
                    <a:pt x="1905000" y="1778000"/>
                  </a:cubicBezTo>
                  <a:lnTo>
                    <a:pt x="1905000" y="127000"/>
                  </a:lnTo>
                  <a:cubicBezTo>
                    <a:pt x="1905000" y="56896"/>
                    <a:pt x="1848104" y="0"/>
                    <a:pt x="1778000" y="0"/>
                  </a:cubicBez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12" id="12"/>
          <p:cNvGrpSpPr>
            <a:grpSpLocks noChangeAspect="true"/>
          </p:cNvGrpSpPr>
          <p:nvPr/>
        </p:nvGrpSpPr>
        <p:grpSpPr>
          <a:xfrm rot="0">
            <a:off x="1838201" y="11705396"/>
            <a:ext cx="2079879" cy="9525"/>
            <a:chOff x="0" y="0"/>
            <a:chExt cx="2079879" cy="952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079879" cy="9525"/>
            </a:xfrm>
            <a:custGeom>
              <a:avLst/>
              <a:gdLst/>
              <a:ahLst/>
              <a:cxnLst/>
              <a:rect r="r" b="b" t="t" l="l"/>
              <a:pathLst>
                <a:path h="9525" w="2079879">
                  <a:moveTo>
                    <a:pt x="0" y="0"/>
                  </a:moveTo>
                  <a:lnTo>
                    <a:pt x="2079879" y="0"/>
                  </a:lnTo>
                  <a:lnTo>
                    <a:pt x="2079879" y="9525"/>
                  </a:lnTo>
                  <a:lnTo>
                    <a:pt x="0" y="9525"/>
                  </a:lnTo>
                  <a:close/>
                </a:path>
              </a:pathLst>
            </a:custGeom>
            <a:solidFill>
              <a:srgbClr val="0000FF"/>
            </a:solidFill>
          </p:spPr>
        </p:sp>
      </p:grpSp>
      <p:grpSp>
        <p:nvGrpSpPr>
          <p:cNvPr name="Group 14" id="14"/>
          <p:cNvGrpSpPr>
            <a:grpSpLocks noChangeAspect="true"/>
          </p:cNvGrpSpPr>
          <p:nvPr/>
        </p:nvGrpSpPr>
        <p:grpSpPr>
          <a:xfrm rot="0">
            <a:off x="7335898" y="9186929"/>
            <a:ext cx="1428750" cy="1428750"/>
            <a:chOff x="0" y="0"/>
            <a:chExt cx="1905000" cy="1905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905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905000">
                  <a:moveTo>
                    <a:pt x="127000" y="0"/>
                  </a:moveTo>
                  <a:cubicBezTo>
                    <a:pt x="56769" y="0"/>
                    <a:pt x="0" y="56896"/>
                    <a:pt x="0" y="127000"/>
                  </a:cubicBezTo>
                  <a:lnTo>
                    <a:pt x="0" y="1778000"/>
                  </a:lnTo>
                  <a:cubicBezTo>
                    <a:pt x="0" y="1848104"/>
                    <a:pt x="56769" y="1905000"/>
                    <a:pt x="127000" y="1905000"/>
                  </a:cubicBezTo>
                  <a:lnTo>
                    <a:pt x="1778000" y="1905000"/>
                  </a:lnTo>
                  <a:cubicBezTo>
                    <a:pt x="1848104" y="1905000"/>
                    <a:pt x="1905000" y="1848104"/>
                    <a:pt x="1905000" y="1778000"/>
                  </a:cubicBezTo>
                  <a:lnTo>
                    <a:pt x="1905000" y="127000"/>
                  </a:lnTo>
                  <a:cubicBezTo>
                    <a:pt x="1905000" y="56896"/>
                    <a:pt x="1848104" y="0"/>
                    <a:pt x="1778000" y="0"/>
                  </a:cubicBez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sp>
        <p:nvSpPr>
          <p:cNvPr name="Freeform 16" id="16"/>
          <p:cNvSpPr/>
          <p:nvPr/>
        </p:nvSpPr>
        <p:spPr>
          <a:xfrm flipH="false" flipV="false" rot="0">
            <a:off x="8331203" y="11738105"/>
            <a:ext cx="1905000" cy="902713"/>
          </a:xfrm>
          <a:custGeom>
            <a:avLst/>
            <a:gdLst/>
            <a:ahLst/>
            <a:cxnLst/>
            <a:rect r="r" b="b" t="t" l="l"/>
            <a:pathLst>
              <a:path h="902713" w="1905000">
                <a:moveTo>
                  <a:pt x="0" y="0"/>
                </a:moveTo>
                <a:lnTo>
                  <a:pt x="1905000" y="0"/>
                </a:lnTo>
                <a:lnTo>
                  <a:pt x="1905000" y="902713"/>
                </a:lnTo>
                <a:lnTo>
                  <a:pt x="0" y="9027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4211831" y="1374924"/>
            <a:ext cx="2315013" cy="323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sz="1725" spc="-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Kingdom of Saudi Arabia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5346697" y="1605153"/>
            <a:ext cx="72866" cy="434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59"/>
              </a:lnSpc>
            </a:pPr>
            <a:r>
              <a:rPr lang="en-US" sz="2250">
                <a:solidFill>
                  <a:srgbClr val="2C3E77"/>
                </a:solidFill>
                <a:latin typeface="Arab Times"/>
                <a:ea typeface="Arab Times"/>
                <a:cs typeface="Arab Times"/>
                <a:sym typeface="Arab Times"/>
              </a:rPr>
              <a:t> 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241168" y="2005517"/>
            <a:ext cx="2255358" cy="744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3149"/>
              </a:lnSpc>
            </a:pPr>
            <a:r>
              <a:rPr lang="ar-EG" b="true" sz="2250">
                <a:solidFill>
                  <a:srgbClr val="306D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تقرير إجازة مرضية</a:t>
            </a:r>
          </a:p>
          <a:p>
            <a:pPr algn="ctr">
              <a:lnSpc>
                <a:spcPts val="2613"/>
              </a:lnSpc>
            </a:pPr>
            <a:r>
              <a:rPr lang="en-US" sz="1867">
                <a:solidFill>
                  <a:srgbClr val="2C3E77"/>
                </a:solidFill>
                <a:latin typeface="Arab Times"/>
                <a:ea typeface="Arab Times"/>
                <a:cs typeface="Arab Times"/>
                <a:sym typeface="Arab Times"/>
              </a:rPr>
              <a:t>Sick Leave Report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78131" y="5847617"/>
            <a:ext cx="640242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366FB5"/>
                </a:solidFill>
                <a:latin typeface="Fedra sans arabic"/>
                <a:ea typeface="Fedra sans arabic"/>
                <a:cs typeface="Fedra sans arabic"/>
                <a:sym typeface="Fedra sans arabic"/>
              </a:rPr>
              <a:t>Name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197102" y="8538115"/>
            <a:ext cx="602456" cy="300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366FB5"/>
                </a:solidFill>
                <a:latin typeface="Arab Times"/>
                <a:ea typeface="Arab Times"/>
                <a:cs typeface="Arab Times"/>
                <a:sym typeface="Arab Times"/>
              </a:rPr>
              <a:t>Position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156716" y="3160805"/>
            <a:ext cx="684828" cy="300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366FB5"/>
                </a:solidFill>
                <a:latin typeface="Arab Times"/>
                <a:ea typeface="Arab Times"/>
                <a:cs typeface="Arab Times"/>
                <a:sym typeface="Arab Times"/>
              </a:rPr>
              <a:t>Leave ID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30427" y="7438796"/>
            <a:ext cx="738340" cy="300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366FB5"/>
                </a:solidFill>
                <a:latin typeface="Arab Times"/>
                <a:ea typeface="Arab Times"/>
                <a:cs typeface="Arab Times"/>
                <a:sym typeface="Arab Times"/>
              </a:rPr>
              <a:t>Employer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13787" y="5314093"/>
            <a:ext cx="975446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366FB5"/>
                </a:solidFill>
                <a:latin typeface="Fedra sans arabic"/>
                <a:ea typeface="Fedra sans arabic"/>
                <a:cs typeface="Fedra sans arabic"/>
                <a:sym typeface="Fedra sans arabic"/>
              </a:rPr>
              <a:t>Issue Date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082802" y="6905149"/>
            <a:ext cx="835571" cy="300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366FB5"/>
                </a:solidFill>
                <a:latin typeface="Arab Times"/>
                <a:ea typeface="Arab Times"/>
                <a:cs typeface="Arab Times"/>
                <a:sym typeface="Arab Times"/>
              </a:rPr>
              <a:t>Nationality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18591" y="3703853"/>
            <a:ext cx="1170642" cy="300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FFFFF"/>
                </a:solidFill>
                <a:latin typeface="Arab Times"/>
                <a:ea typeface="Arab Times"/>
                <a:cs typeface="Arab Times"/>
                <a:sym typeface="Arab Times"/>
              </a:rPr>
              <a:t>Leave Duration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932945" y="4780559"/>
            <a:ext cx="1324756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366FB5"/>
                </a:solidFill>
                <a:latin typeface="Fedra sans arabic"/>
                <a:ea typeface="Fedra sans arabic"/>
                <a:cs typeface="Fedra sans arabic"/>
                <a:sym typeface="Fedra sans arabic"/>
              </a:rPr>
              <a:t>Discharge Date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13762" y="4227862"/>
            <a:ext cx="1709299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b="true" sz="135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Admission Date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813940" y="7988456"/>
            <a:ext cx="1383992" cy="300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366FB5"/>
                </a:solidFill>
                <a:latin typeface="Arab Times"/>
                <a:ea typeface="Arab Times"/>
                <a:cs typeface="Arab Times"/>
                <a:sym typeface="Arab Times"/>
              </a:rPr>
              <a:t>Practitioner Name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756542" y="6371615"/>
            <a:ext cx="1501159" cy="300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366FB5"/>
                </a:solidFill>
                <a:latin typeface="Arab Times"/>
                <a:ea typeface="Arab Times"/>
                <a:cs typeface="Arab Times"/>
                <a:sym typeface="Arab Times"/>
              </a:rPr>
              <a:t>National ID / Iqama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2522466" y="5868734"/>
            <a:ext cx="3008388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Fedra sans arabic"/>
                <a:ea typeface="Fedra sans arabic"/>
                <a:cs typeface="Fedra sans arabic"/>
                <a:sym typeface="Fedra sans arabic"/>
              </a:rPr>
              <a:t>{{N</a:t>
            </a:r>
            <a:r>
              <a:rPr lang="en-US" sz="1350" spc="-4">
                <a:solidFill>
                  <a:srgbClr val="2C3E77"/>
                </a:solidFill>
                <a:latin typeface="Fedra sans arabic"/>
                <a:ea typeface="Fedra sans arabic"/>
                <a:cs typeface="Fedra sans arabic"/>
                <a:sym typeface="Fedra sans arabic"/>
              </a:rPr>
              <a:t>AME_EN}}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2823086" y="3699643"/>
            <a:ext cx="2486777" cy="3041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 day ( 29-06-2025 to 29-06-2025 )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3956428" y="7291711"/>
            <a:ext cx="174879" cy="447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    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2551061" y="5346182"/>
            <a:ext cx="6018267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{{REPORT_ISSUE_DATE}}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2551061" y="6405853"/>
            <a:ext cx="6018267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{{ID_NUMBER}}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4937379" y="3156595"/>
            <a:ext cx="1559147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</a:t>
            </a: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SERVICE_CODE}}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5871210" y="3706254"/>
            <a:ext cx="917943" cy="3041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(04-01-1447 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5564572" y="4802695"/>
            <a:ext cx="3004756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{{EXIT_DATE_HIJRI}}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6982711" y="3596354"/>
            <a:ext cx="963387" cy="4749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04-01-1447) 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8142351" y="3706254"/>
            <a:ext cx="131159" cy="3041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1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6771132" y="3697100"/>
            <a:ext cx="215798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sz="1350">
                <a:solidFill>
                  <a:srgbClr val="FFFFFF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الىلى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5540378" y="5868481"/>
            <a:ext cx="302895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{{NAME_AR}}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7927210" y="3697100"/>
            <a:ext cx="219475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sz="1350">
                <a:solidFill>
                  <a:srgbClr val="FFFFFF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يوم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8719185" y="6270536"/>
            <a:ext cx="544906" cy="4768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sz="1350">
                <a:solidFill>
                  <a:srgbClr val="366FB5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 </a:t>
            </a: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الإلإقامة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9195178" y="5838711"/>
            <a:ext cx="439998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الالاسم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9102976" y="6905768"/>
            <a:ext cx="628164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الجنسية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9030843" y="3161424"/>
            <a:ext cx="775240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رمز الإلإجازة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9020556" y="7439292"/>
            <a:ext cx="796223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جهة العمل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9015098" y="3704473"/>
            <a:ext cx="807244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FFFFFF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مدة الإلإجازة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8956291" y="4771530"/>
            <a:ext cx="927383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تاريخ الخروج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8941184" y="4238006"/>
            <a:ext cx="958158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تاريخ الدخول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8891397" y="7989075"/>
            <a:ext cx="1059590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اسم الممارس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8770877" y="8538734"/>
            <a:ext cx="1305649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المسمى الوظيفى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9253414" y="6372235"/>
            <a:ext cx="866204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رقم الهوية </a:t>
            </a:r>
            <a:r>
              <a:rPr lang="ar-EG" sz="1350">
                <a:solidFill>
                  <a:srgbClr val="366FB5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/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8727567" y="5305187"/>
            <a:ext cx="1393965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تاريخ إصدار التقرير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906018" y="10577798"/>
            <a:ext cx="4023236" cy="7717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2376"/>
              </a:lnSpc>
            </a:pPr>
            <a:r>
              <a:rPr lang="ar-EG" b="true" sz="112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للتحقق من بيانات التقرير يرجى التأكد من زيارة موقع منصة صحة الرسمي </a:t>
            </a:r>
          </a:p>
          <a:p>
            <a:pPr algn="ctr">
              <a:lnSpc>
                <a:spcPts val="1293"/>
              </a:lnSpc>
            </a:pPr>
            <a:r>
              <a:rPr lang="en-US" sz="1125">
                <a:solidFill>
                  <a:srgbClr val="000000"/>
                </a:solidFill>
                <a:latin typeface="Arab Times"/>
                <a:ea typeface="Arab Times"/>
                <a:cs typeface="Arab Times"/>
                <a:sym typeface="Arab Times"/>
              </a:rPr>
              <a:t>To check the report please visit Seha's offical website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2878198" y="11381232"/>
            <a:ext cx="36433" cy="217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93"/>
              </a:lnSpc>
            </a:pPr>
            <a:r>
              <a:rPr lang="en-US" sz="1125">
                <a:solidFill>
                  <a:srgbClr val="000000"/>
                </a:solidFill>
                <a:latin typeface="Arab Times"/>
                <a:ea typeface="Arab Times"/>
                <a:cs typeface="Arab Times"/>
                <a:sym typeface="Arab Times"/>
              </a:rPr>
              <a:t> 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838201" y="11545443"/>
            <a:ext cx="2121570" cy="217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93"/>
              </a:lnSpc>
            </a:pPr>
            <a:r>
              <a:rPr lang="en-US" sz="1125">
                <a:solidFill>
                  <a:srgbClr val="0000FF"/>
                </a:solidFill>
                <a:latin typeface="Arab Times"/>
                <a:ea typeface="Arab Times"/>
                <a:cs typeface="Arab Times"/>
                <a:sym typeface="Arab Times"/>
                <a:hlinkClick r:id="rId10" tooltip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/>
              </a:rPr>
              <a:t>www.seha.sa/#/inquiries/slenquiry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7276719" y="10680021"/>
            <a:ext cx="1577969" cy="443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784"/>
              </a:lnSpc>
            </a:pPr>
            <a:r>
              <a:rPr lang="ar-EG" b="true" sz="127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مجمع طمأنه الطبي</a:t>
            </a:r>
          </a:p>
          <a:p>
            <a:pPr algn="ctr">
              <a:lnSpc>
                <a:spcPts val="2127"/>
              </a:lnSpc>
            </a:pPr>
            <a:r>
              <a:rPr lang="en-US" sz="1275">
                <a:solidFill>
                  <a:srgbClr val="000000"/>
                </a:solidFill>
                <a:latin typeface="Arab Times"/>
                <a:ea typeface="Arab Times"/>
                <a:cs typeface="Arab Times"/>
                <a:sym typeface="Arab Times"/>
              </a:rPr>
              <a:t>Tmana medical center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7885176" y="11208210"/>
            <a:ext cx="1162555" cy="2502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784"/>
              </a:lnSpc>
            </a:pPr>
            <a:r>
              <a:rPr lang="ar-EG" b="true" sz="127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رقم الترخيص :</a:t>
            </a:r>
            <a:r>
              <a:rPr lang="ar-EG" sz="1275">
                <a:solidFill>
                  <a:srgbClr val="000000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 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476250" y="11563493"/>
            <a:ext cx="1550889" cy="72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sz="1275">
                <a:solidFill>
                  <a:srgbClr val="000000"/>
                </a:solidFill>
                <a:latin typeface="Arab Times"/>
                <a:ea typeface="Arab Times"/>
                <a:cs typeface="Arab Times"/>
                <a:sym typeface="Arab Times"/>
              </a:rPr>
              <a:t>7:37 PM Monday, 14 July 2025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7075551" y="11290068"/>
            <a:ext cx="949690" cy="1350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41"/>
              </a:lnSpc>
            </a:pPr>
            <a:r>
              <a:rPr lang="en-US" sz="1275">
                <a:solidFill>
                  <a:srgbClr val="000000"/>
                </a:solidFill>
                <a:latin typeface="Arab Times"/>
                <a:ea typeface="Arab Times"/>
                <a:cs typeface="Arab Times"/>
                <a:sym typeface="Arab Times"/>
              </a:rPr>
              <a:t>4500070092</a:t>
            </a:r>
            <a:r>
              <a:rPr lang="en-US" sz="1275">
                <a:solidFill>
                  <a:srgbClr val="FFFFFF"/>
                </a:solidFill>
                <a:latin typeface="Arab Times"/>
                <a:ea typeface="Arab Times"/>
                <a:cs typeface="Arab Times"/>
                <a:sym typeface="Arab Times"/>
              </a:rPr>
              <a:t> </a:t>
            </a:r>
            <a:r>
              <a:rPr lang="en-US" sz="1275">
                <a:solidFill>
                  <a:srgbClr val="000000"/>
                </a:solidFill>
                <a:latin typeface="Arab Times"/>
                <a:ea typeface="Arab Times"/>
                <a:cs typeface="Arab Times"/>
                <a:sym typeface="Arab Times"/>
              </a:rPr>
              <a:t>  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5564572" y="8022693"/>
            <a:ext cx="302895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{{DOCTOR_NAME_AR}}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5564572" y="8572352"/>
            <a:ext cx="302895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{{JOB_TITLE_AR}}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2531991" y="6914488"/>
            <a:ext cx="3008388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Fedra sans arabic"/>
                <a:ea typeface="Fedra sans arabic"/>
                <a:cs typeface="Fedra sans arabic"/>
                <a:sym typeface="Fedra sans arabic"/>
              </a:rPr>
              <a:t>{{N</a:t>
            </a:r>
            <a:r>
              <a:rPr lang="en-US" sz="1350" spc="-4">
                <a:solidFill>
                  <a:srgbClr val="2C3E77"/>
                </a:solidFill>
                <a:latin typeface="Fedra sans arabic"/>
                <a:ea typeface="Fedra sans arabic"/>
                <a:cs typeface="Fedra sans arabic"/>
                <a:sym typeface="Fedra sans arabic"/>
              </a:rPr>
              <a:t>ATIONALITY_EN}}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5564572" y="6904963"/>
            <a:ext cx="302895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{{NATIONALITY_AR}}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5560195" y="7470457"/>
            <a:ext cx="3028950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الى من يهمه الامر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2539674" y="8014964"/>
            <a:ext cx="3008388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Fedra sans arabic"/>
                <a:ea typeface="Fedra sans arabic"/>
                <a:cs typeface="Fedra sans arabic"/>
                <a:sym typeface="Fedra sans arabic"/>
              </a:rPr>
              <a:t>{{DOC</a:t>
            </a:r>
            <a:r>
              <a:rPr lang="en-US" sz="1350" spc="-4">
                <a:solidFill>
                  <a:srgbClr val="2C3E77"/>
                </a:solidFill>
                <a:latin typeface="Fedra sans arabic"/>
                <a:ea typeface="Fedra sans arabic"/>
                <a:cs typeface="Fedra sans arabic"/>
                <a:sym typeface="Fedra sans arabic"/>
              </a:rPr>
              <a:t>TOR_NAME_EN}}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2531991" y="8581877"/>
            <a:ext cx="3008388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Fedra sans arabic"/>
                <a:ea typeface="Fedra sans arabic"/>
                <a:cs typeface="Fedra sans arabic"/>
                <a:sym typeface="Fedra sans arabic"/>
              </a:rPr>
              <a:t>{{JOB</a:t>
            </a:r>
            <a:r>
              <a:rPr lang="en-US" sz="1350" spc="-4">
                <a:solidFill>
                  <a:srgbClr val="2C3E77"/>
                </a:solidFill>
                <a:latin typeface="Fedra sans arabic"/>
                <a:ea typeface="Fedra sans arabic"/>
                <a:cs typeface="Fedra sans arabic"/>
                <a:sym typeface="Fedra sans arabic"/>
              </a:rPr>
              <a:t>_TITLE_EN}}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2551061" y="4802695"/>
            <a:ext cx="3004756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{{EXIT_DATE_GREGORIAN}}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5555818" y="4246435"/>
            <a:ext cx="3004756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{{ENTRY_DATE_HIJRI}}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2531991" y="4258504"/>
            <a:ext cx="3004756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{{ENTRY_DATE_HIJRI}}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DAG8HPgTFfY</dc:identifier>
  <dcterms:modified xsi:type="dcterms:W3CDTF">2011-08-01T06:04:30Z</dcterms:modified>
  <cp:revision>1</cp:revision>
  <dc:title>sickLeaves-11.pdf</dc:title>
</cp:coreProperties>
</file>