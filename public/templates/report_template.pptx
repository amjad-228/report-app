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0693400" cy="15113000"/>
  <p:notesSz cx="6858000" cy="9144000"/>
  <p:embeddedFontLst>
    <p:embeddedFont>
      <p:font typeface="Arab Times" panose="02000400000000000000" pitchFamily="2" charset="-78"/>
      <p:regular r:id="rId3"/>
    </p:embeddedFont>
    <p:embeddedFont>
      <p:font typeface="Calibri" panose="020F0502020204030204" pitchFamily="34" charset="0"/>
      <p:regular r:id="rId4"/>
      <p:bold r:id="rId5"/>
    </p:embeddedFont>
    <p:embeddedFont>
      <p:font typeface="Dubai" panose="020B0503030403030204" pitchFamily="34" charset="-78"/>
      <p:regular r:id="rId6"/>
      <p:bold r:id="rId7"/>
    </p:embeddedFont>
    <p:embeddedFont>
      <p:font typeface="Noto Sans Arabic" panose="020B0502040504020204" pitchFamily="34"/>
      <p:regular r:id="rId8"/>
    </p:embeddedFont>
    <p:embeddedFont>
      <p:font typeface="Open Sans" panose="020B0606030504020204" pitchFamily="34" charset="0"/>
      <p:regular r:id="rId9"/>
      <p:bold r:id="rId10"/>
      <p:italic r:id="rId11"/>
      <p:boldItalic r:id="rId12"/>
    </p:embeddedFont>
    <p:embeddedFont>
      <p:font typeface="Segoe UI" panose="020B0502040204020203" pitchFamily="34" charset="0"/>
      <p:regular r:id="rId13"/>
      <p:bold r:id="rId14"/>
      <p:italic r:id="rId15"/>
      <p:boldItalic r:id="rId16"/>
    </p:embeddedFont>
    <p:embeddedFont>
      <p:font typeface="Tahoma" panose="020B0604030504040204" pitchFamily="34" charset="0"/>
      <p:regular r:id="rId17"/>
      <p:bold r:id="rId18"/>
    </p:embeddedFont>
    <p:embeddedFont>
      <p:font typeface="Times New Roman" panose="02020603050405020304" pitchFamily="18" charset="0"/>
      <p:regular r:id="rId19"/>
    </p:embeddedFont>
    <p:embeddedFont>
      <p:font typeface="Times New Roman Bold" panose="02020803070505020304"/>
      <p:regular r:id="rId20"/>
      <p:bold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2C3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97" d="100"/>
          <a:sy n="97" d="100"/>
        </p:scale>
        <p:origin x="-92" y="-53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 /><Relationship Id="rId13" Type="http://schemas.openxmlformats.org/officeDocument/2006/relationships/font" Target="fonts/font11.fntdata" /><Relationship Id="rId18" Type="http://schemas.openxmlformats.org/officeDocument/2006/relationships/font" Target="fonts/font16.fntdata" /><Relationship Id="rId3" Type="http://schemas.openxmlformats.org/officeDocument/2006/relationships/font" Target="fonts/font1.fntdata" /><Relationship Id="rId21" Type="http://schemas.openxmlformats.org/officeDocument/2006/relationships/font" Target="fonts/font19.fntdata" /><Relationship Id="rId7" Type="http://schemas.openxmlformats.org/officeDocument/2006/relationships/font" Target="fonts/font5.fntdata" /><Relationship Id="rId12" Type="http://schemas.openxmlformats.org/officeDocument/2006/relationships/font" Target="fonts/font10.fntdata" /><Relationship Id="rId17" Type="http://schemas.openxmlformats.org/officeDocument/2006/relationships/font" Target="fonts/font15.fntdata" /><Relationship Id="rId25" Type="http://schemas.openxmlformats.org/officeDocument/2006/relationships/tableStyles" Target="tableStyles.xml" /><Relationship Id="rId2" Type="http://schemas.openxmlformats.org/officeDocument/2006/relationships/slide" Target="slides/slide1.xml" /><Relationship Id="rId16" Type="http://schemas.openxmlformats.org/officeDocument/2006/relationships/font" Target="fonts/font14.fntdata" /><Relationship Id="rId20" Type="http://schemas.openxmlformats.org/officeDocument/2006/relationships/font" Target="fonts/font18.fntdata" /><Relationship Id="rId1" Type="http://schemas.openxmlformats.org/officeDocument/2006/relationships/slideMaster" Target="slideMasters/slideMaster1.xml" /><Relationship Id="rId6" Type="http://schemas.openxmlformats.org/officeDocument/2006/relationships/font" Target="fonts/font4.fntdata" /><Relationship Id="rId11" Type="http://schemas.openxmlformats.org/officeDocument/2006/relationships/font" Target="fonts/font9.fntdata" /><Relationship Id="rId24" Type="http://schemas.openxmlformats.org/officeDocument/2006/relationships/theme" Target="theme/theme1.xml" /><Relationship Id="rId5" Type="http://schemas.openxmlformats.org/officeDocument/2006/relationships/font" Target="fonts/font3.fntdata" /><Relationship Id="rId15" Type="http://schemas.openxmlformats.org/officeDocument/2006/relationships/font" Target="fonts/font13.fntdata" /><Relationship Id="rId23" Type="http://schemas.openxmlformats.org/officeDocument/2006/relationships/viewProps" Target="viewProps.xml" /><Relationship Id="rId10" Type="http://schemas.openxmlformats.org/officeDocument/2006/relationships/font" Target="fonts/font8.fntdata" /><Relationship Id="rId19" Type="http://schemas.openxmlformats.org/officeDocument/2006/relationships/font" Target="fonts/font17.fntdata" /><Relationship Id="rId4" Type="http://schemas.openxmlformats.org/officeDocument/2006/relationships/font" Target="fonts/font2.fntdata" /><Relationship Id="rId9" Type="http://schemas.openxmlformats.org/officeDocument/2006/relationships/font" Target="fonts/font7.fntdata" /><Relationship Id="rId14" Type="http://schemas.openxmlformats.org/officeDocument/2006/relationships/font" Target="fonts/font12.fntdata" /><Relationship Id="rId2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sihasa.vercel.app/#/inquiries/slenquiry" TargetMode="External" /><Relationship Id="rId3" Type="http://schemas.openxmlformats.org/officeDocument/2006/relationships/image" Target="../media/image2.png" /><Relationship Id="rId7" Type="http://schemas.openxmlformats.org/officeDocument/2006/relationships/image" Target="../media/image6.png" /><Relationship Id="rId2" Type="http://schemas.openxmlformats.org/officeDocument/2006/relationships/image" Target="../media/image1.svg" /><Relationship Id="rId1" Type="http://schemas.openxmlformats.org/officeDocument/2006/relationships/slideLayout" Target="../slideLayouts/slideLayout7.xml" /><Relationship Id="rId6" Type="http://schemas.openxmlformats.org/officeDocument/2006/relationships/image" Target="../media/image5.jpeg" /><Relationship Id="rId11" Type="http://schemas.openxmlformats.org/officeDocument/2006/relationships/image" Target="../media/image7.jpeg" /><Relationship Id="rId5" Type="http://schemas.openxmlformats.org/officeDocument/2006/relationships/image" Target="../media/image4.png" /><Relationship Id="rId10" Type="http://schemas.openxmlformats.org/officeDocument/2006/relationships/hyperlink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 /><Relationship Id="rId4" Type="http://schemas.openxmlformats.org/officeDocument/2006/relationships/image" Target="../media/image3.png" /><Relationship Id="rId9" Type="http://schemas.openxmlformats.org/officeDocument/2006/relationships/hyperlink" Target="http://www.seha.sa/#/inquiries/slenquiry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457200" y="457200"/>
            <a:ext cx="9779003" cy="952500"/>
            <a:chOff x="0" y="0"/>
            <a:chExt cx="9779000" cy="952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79000" cy="952500"/>
            </a:xfrm>
            <a:custGeom>
              <a:avLst/>
              <a:gdLst/>
              <a:ahLst/>
              <a:cxnLst/>
              <a:rect l="l" t="t" r="r" b="b"/>
              <a:pathLst>
                <a:path w="9779000" h="9525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4" name="Freeform 4"/>
          <p:cNvSpPr/>
          <p:nvPr/>
        </p:nvSpPr>
        <p:spPr>
          <a:xfrm>
            <a:off x="393697" y="2958651"/>
            <a:ext cx="9906000" cy="6047356"/>
          </a:xfrm>
          <a:custGeom>
            <a:avLst/>
            <a:gdLst/>
            <a:ahLst/>
            <a:cxnLst/>
            <a:rect l="l" t="t" r="r" b="b"/>
            <a:pathLst>
              <a:path w="9906000" h="6047356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5" name="Freeform 5"/>
          <p:cNvSpPr/>
          <p:nvPr/>
        </p:nvSpPr>
        <p:spPr>
          <a:xfrm>
            <a:off x="3663953" y="348412"/>
            <a:ext cx="3333750" cy="1584703"/>
          </a:xfrm>
          <a:custGeom>
            <a:avLst/>
            <a:gdLst/>
            <a:ahLst/>
            <a:cxnLst/>
            <a:rect l="l" t="t" r="r" b="b"/>
            <a:pathLst>
              <a:path w="3333750" h="1584703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6902453" y="457200"/>
            <a:ext cx="3333750" cy="1357760"/>
          </a:xfrm>
          <a:custGeom>
            <a:avLst/>
            <a:gdLst/>
            <a:ahLst/>
            <a:cxnLst/>
            <a:rect l="l" t="t" r="r" b="b"/>
            <a:pathLst>
              <a:path w="3333750" h="135776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457200" y="457200"/>
            <a:ext cx="1905000" cy="840867"/>
          </a:xfrm>
          <a:custGeom>
            <a:avLst/>
            <a:gdLst/>
            <a:ahLst/>
            <a:cxnLst/>
            <a:rect l="l" t="t" r="r" b="b"/>
            <a:pathLst>
              <a:path w="1905000" h="840867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5521328" y="9167879"/>
            <a:ext cx="19050" cy="2570226"/>
            <a:chOff x="0" y="0"/>
            <a:chExt cx="19050" cy="25702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050" cy="2570226"/>
            </a:xfrm>
            <a:custGeom>
              <a:avLst/>
              <a:gdLst/>
              <a:ahLst/>
              <a:cxnLst/>
              <a:rect l="l" t="t" r="r" b="b"/>
              <a:pathLst>
                <a:path w="19050" h="2570226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163823" y="9167879"/>
            <a:ext cx="1428750" cy="1428750"/>
            <a:chOff x="0" y="0"/>
            <a:chExt cx="1905000" cy="1905000"/>
          </a:xfrm>
        </p:grpSpPr>
        <p:sp>
          <p:nvSpPr>
            <p:cNvPr id="1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8331203" y="11738105"/>
            <a:ext cx="1905000" cy="902713"/>
          </a:xfrm>
          <a:custGeom>
            <a:avLst/>
            <a:gdLst/>
            <a:ahLst/>
            <a:cxnLst/>
            <a:rect l="l" t="t" r="r" b="b"/>
            <a:pathLst>
              <a:path w="1905000" h="902713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211831" y="1326642"/>
            <a:ext cx="2690622" cy="232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Kingdom of Saudi Arabia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46697" y="1605153"/>
            <a:ext cx="72866" cy="434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92573" y="2010601"/>
            <a:ext cx="3640854" cy="364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3149"/>
              </a:lnSpc>
            </a:pPr>
            <a:r>
              <a:rPr lang="ar-EG" sz="2250" b="1">
                <a:solidFill>
                  <a:srgbClr val="306DB5"/>
                </a:solidFill>
                <a:latin typeface="Segoe UI" panose="020B0502040204020203" pitchFamily="34" charset="0"/>
                <a:ea typeface="Tahoma" panose="020B0604030504040204" pitchFamily="34" charset="0"/>
                <a:cs typeface="Segoe UI" panose="020B0502040204020203" pitchFamily="34" charset="0"/>
                <a:sym typeface="Noto Sans Arabic Bold"/>
                <a:rtl/>
              </a:rPr>
              <a:t>تقرير إجازة مرضية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250" y="5770893"/>
            <a:ext cx="2044969" cy="300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76250" y="8519065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76250" y="3151280"/>
            <a:ext cx="204302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6250" y="7419746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6250" y="5246884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76250" y="6886099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7200" y="3694328"/>
            <a:ext cx="206207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76250" y="4713237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6250" y="4187069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6250" y="7969406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76250" y="6352565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219" y="4233177"/>
            <a:ext cx="3117533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{{ENTRY_DATE_GREGORIAN}}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21219" y="4766824"/>
            <a:ext cx="3117533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{{EXIT_DATE_GREGORIAN}}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519275" y="3690118"/>
            <a:ext cx="377140" cy="1194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956428" y="7291711"/>
            <a:ext cx="174879" cy="447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530201" y="8404445"/>
            <a:ext cx="3026516" cy="543017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{{JOB_TITLE_EN}}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519275" y="5171666"/>
            <a:ext cx="6065540" cy="541839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{{REPORT_ISSUE_DATE}}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874589" y="3713813"/>
            <a:ext cx="917943" cy="480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{{EXIT_DATE_HIJRI}}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68953" y="4233177"/>
            <a:ext cx="3076899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568953" y="4766824"/>
            <a:ext cx="3076899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chemeClr val="tx2">
                    <a:lumMod val="75000"/>
                  </a:schemeClr>
                </a:solidFill>
                <a:latin typeface="Open Sans"/>
                <a:ea typeface="Open Sans"/>
                <a:cs typeface="Open Sans"/>
                <a:sym typeface="Open Sans"/>
              </a:rPr>
              <a:t>{{EXIT_DATE_HIJRI}}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986930" y="3708073"/>
            <a:ext cx="855902" cy="718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{{ENTRY_DATE_HIJRI}}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206596" y="3704816"/>
            <a:ext cx="435959" cy="956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767835" y="3720207"/>
            <a:ext cx="215798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 rtl="1">
              <a:lnSpc>
                <a:spcPts val="1889"/>
              </a:lnSpc>
            </a:pPr>
            <a:r>
              <a:rPr lang="ar-EG" sz="1600">
                <a:solidFill>
                  <a:srgbClr val="FFFFFF"/>
                </a:solidFill>
                <a:latin typeface="Noto Sans Arabic"/>
                <a:ea typeface="Noto Sans Arabic"/>
                <a:cs typeface="+mj-cs"/>
                <a:sym typeface="Noto Sans Arabic"/>
                <a:rtl/>
              </a:rPr>
              <a:t>الى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568953" y="7431919"/>
            <a:ext cx="30003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>
                <a:solidFill>
                  <a:srgbClr val="2C3E77"/>
                </a:solidFill>
                <a:latin typeface="Dubai" panose="020B0503030403030204" pitchFamily="34" charset="-78"/>
                <a:ea typeface="Noto Sans Arabic"/>
                <a:cs typeface="Dubai" panose="020B0503030403030204" pitchFamily="34" charset="-78"/>
                <a:sym typeface="Noto Sans Arabic"/>
                <a:rtl/>
              </a:rPr>
              <a:t>الى من يهمه الامر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62267" y="6785519"/>
            <a:ext cx="3022548" cy="52175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 rtl="1"/>
            <a:r>
              <a:rPr lang="en-US" sz="1600" dirty="0">
                <a:solidFill>
                  <a:srgbClr val="2C3E77"/>
                </a:solidFill>
                <a:latin typeface="Dubai" panose="020B0503030403030204" pitchFamily="34" charset="-78"/>
                <a:ea typeface="Noto Sans Arabic"/>
                <a:cs typeface="Dubai" panose="020B0503030403030204" pitchFamily="34" charset="-78"/>
                <a:sym typeface="Noto Sans Arabic"/>
              </a:rPr>
              <a:t>{{NATIONALITY_AR}}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553284" y="8404445"/>
            <a:ext cx="3029527" cy="53859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600" dirty="0">
                <a:solidFill>
                  <a:srgbClr val="2C3E77"/>
                </a:solidFill>
                <a:latin typeface="Dubai" panose="020B0503030403030204" pitchFamily="34" charset="-78"/>
                <a:ea typeface="Noto Sans Arabic"/>
                <a:cs typeface="Dubai" panose="020B0503030403030204" pitchFamily="34" charset="-78"/>
                <a:sym typeface="Noto Sans Arabic"/>
              </a:rPr>
              <a:t>{{JOB_TITLE_AR}}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554376" y="5703805"/>
            <a:ext cx="3029528" cy="5314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600" dirty="0">
                <a:solidFill>
                  <a:srgbClr val="2C3E77"/>
                </a:solidFill>
                <a:latin typeface="Dubai" panose="020B0603030403030204" pitchFamily="34" charset="-78"/>
                <a:ea typeface="Microsoft GothicNeo" panose="020B0500000101010101" pitchFamily="34" charset="-127"/>
                <a:cs typeface="Dubai" panose="020B0603030403030204" pitchFamily="34" charset="-78"/>
                <a:sym typeface="Noto Sans Arabic"/>
              </a:rPr>
              <a:t>{{NAME_AR}}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562267" y="7846612"/>
            <a:ext cx="3022548" cy="560933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600" dirty="0">
                <a:solidFill>
                  <a:srgbClr val="2C3E77"/>
                </a:solidFill>
                <a:latin typeface="Dubai" panose="020B0503030403030204" pitchFamily="34" charset="-78"/>
                <a:ea typeface="Noto Sans Arabic"/>
                <a:cs typeface="Dubai" panose="020B0503030403030204" pitchFamily="34" charset="-78"/>
                <a:sym typeface="Noto Sans Arabic"/>
              </a:rPr>
              <a:t>{{DOCTOR_NAME_AR}}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927209" y="3697100"/>
            <a:ext cx="4039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 rtl="1">
              <a:lnSpc>
                <a:spcPts val="1889"/>
              </a:lnSpc>
            </a:pPr>
            <a:r>
              <a:rPr lang="ar-EG" sz="1600">
                <a:solidFill>
                  <a:srgbClr val="FFFFFF"/>
                </a:solidFill>
                <a:latin typeface="Segoe UI" panose="020B0502040204020203" pitchFamily="34" charset="0"/>
                <a:ea typeface="Tahoma" panose="020B0604030504040204" pitchFamily="34" charset="0"/>
                <a:cs typeface="+mj-cs"/>
                <a:sym typeface="Noto Sans Arabic"/>
                <a:rtl/>
              </a:rPr>
              <a:t>يوم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78310" y="5838711"/>
            <a:ext cx="1657893" cy="25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الاسم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84815" y="690576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الجنسية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569328" y="3161424"/>
            <a:ext cx="16668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رمز الإجازة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584816" y="7439292"/>
            <a:ext cx="1651388" cy="24365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جهة العمل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578310" y="3704473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FFFFFF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مدة الإجازة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78310" y="477152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تاريخ الخروج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514489" y="4272188"/>
            <a:ext cx="1758731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تاريخ الدخول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78310" y="7992853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اسم الممارس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581564" y="8574862"/>
            <a:ext cx="1657892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المسمى الوظيفى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578310" y="6372235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 dirty="0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رقم الهوية / الاقامة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578310" y="5305186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تاريخ إصدار التقرير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06018" y="10577798"/>
            <a:ext cx="4023236" cy="782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2376"/>
              </a:lnSpc>
            </a:pPr>
            <a:r>
              <a:rPr lang="ar-EG" sz="1050" b="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Noto Sans Arabic Bold"/>
                <a:rtl/>
              </a:rPr>
              <a:t>للتحقق من بيانات التقرير يرجى التأكد من زيارة موقع منصة صحة الرسمي </a:t>
            </a:r>
          </a:p>
          <a:p>
            <a:pPr algn="ctr">
              <a:lnSpc>
                <a:spcPts val="1293"/>
              </a:lnSpc>
            </a:pPr>
            <a:r>
              <a:rPr lang="en-US" sz="1125" b="1" dirty="0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To check the report please visit </a:t>
            </a:r>
            <a:r>
              <a:rPr lang="en-US" sz="1125" b="1" dirty="0" err="1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Seha's</a:t>
            </a:r>
            <a:r>
              <a:rPr lang="en-US" sz="1125" b="1" dirty="0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 </a:t>
            </a:r>
            <a:r>
              <a:rPr lang="en-US" sz="1125" b="1" dirty="0" err="1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offical</a:t>
            </a:r>
            <a:r>
              <a:rPr lang="en-US" sz="1125" b="1" dirty="0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 website</a:t>
            </a:r>
          </a:p>
        </p:txBody>
      </p:sp>
      <p:sp>
        <p:nvSpPr>
          <p:cNvPr id="58" name="TextBox 58">
            <a:hlinkClick r:id="rId8"/>
          </p:cNvPr>
          <p:cNvSpPr txBox="1"/>
          <p:nvPr/>
        </p:nvSpPr>
        <p:spPr>
          <a:xfrm>
            <a:off x="1619560" y="11440144"/>
            <a:ext cx="2592271" cy="169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sz="1125" b="1" dirty="0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9"/>
              </a:rPr>
              <a:t>www.seha.sa/#/inquiries/slenquiry</a:t>
            </a:r>
            <a:endParaRPr lang="en-US" sz="1125" b="1" dirty="0">
              <a:solidFill>
                <a:srgbClr val="0000FF"/>
              </a:solidFill>
              <a:latin typeface="Times New Roman Bold"/>
              <a:ea typeface="Times New Roman Bold"/>
              <a:cs typeface="Times New Roman Bold"/>
              <a:sym typeface="Times New Roman Bold"/>
              <a:hlinkClick r:id="rId10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2878198" y="11381232"/>
            <a:ext cx="36433" cy="217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521328" y="10628364"/>
            <a:ext cx="5170672" cy="204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00" b="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Noto Sans Arabic Bold"/>
              </a:rPr>
              <a:t>{{HOSPITAL_NAME_AR}}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530853" y="11208210"/>
            <a:ext cx="5161147" cy="209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784"/>
              </a:lnSpc>
            </a:pPr>
            <a:r>
              <a:rPr lang="ar-EG" sz="1200" b="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Noto Sans Arabic Bold"/>
                <a:rtl/>
              </a:rPr>
              <a:t>رقم الترخيص : </a:t>
            </a:r>
            <a:r>
              <a:rPr lang="en-US" sz="1200" b="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Noto Sans Arabic Bold"/>
              </a:rPr>
              <a:t>1410101201200270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291884" y="2541382"/>
            <a:ext cx="2255358" cy="333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sz="1867" b="1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76250" y="12076414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id="64" name="Freeform 64"/>
          <p:cNvSpPr/>
          <p:nvPr/>
        </p:nvSpPr>
        <p:spPr>
          <a:xfrm>
            <a:off x="7475112" y="9291757"/>
            <a:ext cx="1343147" cy="1217227"/>
          </a:xfrm>
          <a:custGeom>
            <a:avLst/>
            <a:gdLst/>
            <a:ahLst/>
            <a:cxnLst/>
            <a:rect l="l" t="t" r="r" b="b"/>
            <a:pathLst>
              <a:path w="1343147" h="121722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5" name="TextBox 65"/>
          <p:cNvSpPr txBox="1"/>
          <p:nvPr/>
        </p:nvSpPr>
        <p:spPr>
          <a:xfrm>
            <a:off x="5871210" y="3694328"/>
            <a:ext cx="169288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7491755" y="3708073"/>
            <a:ext cx="397016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2896414" y="3694328"/>
            <a:ext cx="35471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3202486" y="3694328"/>
            <a:ext cx="169288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184622" y="3690118"/>
            <a:ext cx="18422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4182207" y="3686442"/>
            <a:ext cx="35471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3274467" y="3689675"/>
            <a:ext cx="917943" cy="710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ar-SA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{{ENTERY_DATE_GREGORIAN}}</a:t>
            </a:r>
            <a:endParaRPr lang="en-US" sz="1350" spc="-4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" name="TextBox 72"/>
          <p:cNvSpPr txBox="1"/>
          <p:nvPr/>
        </p:nvSpPr>
        <p:spPr>
          <a:xfrm>
            <a:off x="4358791" y="3685361"/>
            <a:ext cx="917943" cy="718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{{EXIT_DATE_GREGORIAN}}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2530202" y="7848044"/>
            <a:ext cx="3023082" cy="556401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{{DOCTOR_NAME_EN}}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2530202" y="6773813"/>
            <a:ext cx="3023082" cy="539918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{{NATIONALITY_EN}}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2530201" y="5719920"/>
            <a:ext cx="3023083" cy="5217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{{NAME_EN}}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2524117" y="3028830"/>
            <a:ext cx="6058695" cy="36760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40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5530853" y="10909300"/>
            <a:ext cx="5170672" cy="2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4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476250" y="11771138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  <p:sp>
        <p:nvSpPr>
          <p:cNvPr id="82" name="TextBox 76">
            <a:extLst>
              <a:ext uri="{FF2B5EF4-FFF2-40B4-BE49-F238E27FC236}">
                <a16:creationId xmlns:a16="http://schemas.microsoft.com/office/drawing/2014/main" id="{874BD78B-64DD-E746-7E3B-A30A1E6476F1}"/>
              </a:ext>
            </a:extLst>
          </p:cNvPr>
          <p:cNvSpPr txBox="1"/>
          <p:nvPr/>
        </p:nvSpPr>
        <p:spPr>
          <a:xfrm>
            <a:off x="2530202" y="6245643"/>
            <a:ext cx="6054614" cy="529493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40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{{ID_NUMBER}}</a:t>
            </a:r>
          </a:p>
        </p:txBody>
      </p:sp>
      <p:sp>
        <p:nvSpPr>
          <p:cNvPr id="79" name="مستطيل 78">
            <a:hlinkClick r:id="rId8"/>
            <a:extLst>
              <a:ext uri="{FF2B5EF4-FFF2-40B4-BE49-F238E27FC236}">
                <a16:creationId xmlns:a16="http://schemas.microsoft.com/office/drawing/2014/main" id="{043D9FDE-DD0D-4AB6-8E8A-186912F0563B}"/>
              </a:ext>
            </a:extLst>
          </p:cNvPr>
          <p:cNvSpPr/>
          <p:nvPr/>
        </p:nvSpPr>
        <p:spPr>
          <a:xfrm>
            <a:off x="1601112" y="11418204"/>
            <a:ext cx="2690772" cy="187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269</Words>
  <Application>Microsoft Office PowerPoint</Application>
  <PresentationFormat>مخصص</PresentationFormat>
  <Paragraphs>67</Paragraphs>
  <Slides>1</Slides>
  <Notes>0</Notes>
  <HiddenSlides>0</HiddenSlides>
  <MMClips>0</MMClips>
  <ScaleCrop>false</ScaleCrop>
  <HeadingPairs>
    <vt:vector size="4" baseType="variant"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2" baseType="lpstr">
      <vt:lpstr>Office Theme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نسخة من sickLeaves-11.pdf</dc:title>
  <cp:lastModifiedBy>Amjad Alsabry</cp:lastModifiedBy>
  <cp:revision>22</cp:revision>
  <dcterms:created xsi:type="dcterms:W3CDTF">2006-08-16T00:00:00Z</dcterms:created>
  <dcterms:modified xsi:type="dcterms:W3CDTF">2026-04-27T20:04:03Z</dcterms:modified>
  <dc:identifier>DAG9MLGmOeo</dc:identifier>
</cp:coreProperties>
</file>