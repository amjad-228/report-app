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11" d="100"/>
          <a:sy n="111" d="100"/>
        </p:scale>
        <p:origin x="-164" y="-9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2346" y="11141102"/>
            <a:ext cx="552803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68953" y="3583796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</a:t>
            </a:r>
            <a:r>
              <a:rPr lang="en-US" sz="1350" baseline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HIJRI}}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مربع نص 82">
            <a:extLst>
              <a:ext uri="{FF2B5EF4-FFF2-40B4-BE49-F238E27FC236}">
                <a16:creationId xmlns:a16="http://schemas.microsoft.com/office/drawing/2014/main" id="{1456EAF8-0D44-406F-9AD5-F47CA8378629}"/>
              </a:ext>
            </a:extLst>
          </p:cNvPr>
          <p:cNvSpPr txBox="1"/>
          <p:nvPr/>
        </p:nvSpPr>
        <p:spPr>
          <a:xfrm>
            <a:off x="2536597" y="3583795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{{DAYS_COUNT}} day ( {{ENTRY_DATE_GREGORIAN}} to {{EXIT_DATE_GREGORIAN}} )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260</Words>
  <Application>Microsoft Office PowerPoint</Application>
  <PresentationFormat>مخصص</PresentationFormat>
  <Paragraphs>54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Open Sans</vt:lpstr>
      <vt:lpstr>Calibri</vt:lpstr>
      <vt:lpstr>Noto Sans Arabic</vt:lpstr>
      <vt:lpstr>Times New Roman Bold</vt:lpstr>
      <vt:lpstr>Noto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37</cp:revision>
  <dcterms:created xsi:type="dcterms:W3CDTF">2006-08-16T00:00:00Z</dcterms:created>
  <dcterms:modified xsi:type="dcterms:W3CDTF">2026-04-28T22:31:07Z</dcterms:modified>
  <dc:identifier>DAG9MLGmOeo</dc:identifier>
</cp:coreProperties>
</file>