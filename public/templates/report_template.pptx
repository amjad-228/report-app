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Calibri" panose="020F0502020204030204" pitchFamily="34" charset="0"/>
      <p:regular r:id="rId3"/>
      <p:bold r:id="rId4"/>
    </p:embeddedFont>
    <p:embeddedFont>
      <p:font typeface="Noto Sans" panose="020B0502040504020204" pitchFamily="34" charset="0"/>
      <p:regular r:id="rId5"/>
    </p:embeddedFont>
    <p:embeddedFont>
      <p:font typeface="Noto Sans Arabic" pitchFamily="2" charset="-78"/>
      <p:regular r:id="rId6"/>
      <p:bold r:id="rId7"/>
    </p:embeddedFont>
    <p:embeddedFont>
      <p:font typeface="Open Sans" panose="020B0606030504020204" pitchFamily="34" charset="0"/>
      <p:regular r:id="rId8"/>
      <p:bold r:id="rId9"/>
      <p:italic r:id="rId10"/>
      <p:boldItalic r:id="rId11"/>
    </p:embeddedFont>
    <p:embeddedFont>
      <p:font typeface="Times New Roman Bold" panose="02020803070505020304" pitchFamily="18" charset="0"/>
      <p:bold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C3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2" d="100"/>
          <a:sy n="72" d="100"/>
        </p:scale>
        <p:origin x="700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presProps" Target="pres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theme" Target="theme/theme1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jpeg"/><Relationship Id="rId12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/><Relationship Id="rId5" Type="http://schemas.openxmlformats.org/officeDocument/2006/relationships/image" Target="../media/image4.png"/><Relationship Id="rId10" Type="http://schemas.openxmlformats.org/officeDocument/2006/relationships/hyperlink" Target="http://www.seha.sa/#/inquiries/slenquiry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sihasa.vercel.app/#/inquiries/slenqui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" name="Freeform 4"/>
          <p:cNvSpPr/>
          <p:nvPr/>
        </p:nvSpPr>
        <p:spPr>
          <a:xfrm>
            <a:off x="393697" y="2958651"/>
            <a:ext cx="9906000" cy="6047356"/>
          </a:xfrm>
          <a:custGeom>
            <a:avLst/>
            <a:gdLst/>
            <a:ahLst/>
            <a:cxnLst/>
            <a:rect l="l" t="t" r="r" b="b"/>
            <a:pathLst>
              <a:path w="9906000" h="6047356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 dirty="0">
                <a:solidFill>
                  <a:srgbClr val="000000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 dirty="0">
                <a:solidFill>
                  <a:srgbClr val="2C3E77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2573" y="2010601"/>
            <a:ext cx="3640854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 dirty="0">
                <a:solidFill>
                  <a:srgbClr val="306D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250" y="5770893"/>
            <a:ext cx="2044969" cy="261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6250" y="85190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6250" y="3151280"/>
            <a:ext cx="204302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6250" y="741974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6250" y="5246884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6250" y="688609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3694328"/>
            <a:ext cx="206207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6250" y="4713237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6250" y="418706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250" y="796940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6250" y="63525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219" y="4233177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{{ENTRY_DATE_GREGORIAN}}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21219" y="4766824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{{EXIT_DATE_GREGORIAN}}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519275" y="3690118"/>
            <a:ext cx="377140" cy="1194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30201" y="8404445"/>
            <a:ext cx="3026516" cy="543017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{{JOB_TITLE_EN}}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9275" y="5171666"/>
            <a:ext cx="6065540" cy="541839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{{REPORT_ISSUE_DATE}}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874589" y="3713813"/>
            <a:ext cx="917943" cy="480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8953" y="4233177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{{ENTRY_DATE_HIJRI}}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568953" y="4766824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{{EXIT_DATE_HIJRI}}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986930" y="3708073"/>
            <a:ext cx="855902" cy="718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206596" y="3704816"/>
            <a:ext cx="435959" cy="956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767835" y="3720207"/>
            <a:ext cx="215798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rtl="1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  <a:rtl/>
              </a:rPr>
              <a:t>الى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568953" y="7431919"/>
            <a:ext cx="30003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  <a:rtl/>
              </a:rPr>
              <a:t>الى من يهمه الامر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62267" y="6785519"/>
            <a:ext cx="3022548" cy="52175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 rtl="1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{{NATIONALITY_AR}}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553284" y="8404445"/>
            <a:ext cx="3029527" cy="53859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{{JOB_TITLE_AR}}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554376" y="5703805"/>
            <a:ext cx="3029528" cy="5314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Microsoft GothicNeo" panose="020B0500000101010101" pitchFamily="34" charset="-127"/>
                <a:cs typeface="Noto Sans Arabic" pitchFamily="2" charset="-78"/>
                <a:sym typeface="Noto Sans Arabic"/>
              </a:rPr>
              <a:t>{{NAME_AR}}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62267" y="7846612"/>
            <a:ext cx="3022548" cy="560933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{{DOCTOR_NAME_AR}}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927209" y="3697100"/>
            <a:ext cx="4039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 rtl="1">
              <a:lnSpc>
                <a:spcPts val="1889"/>
              </a:lnSpc>
            </a:pPr>
            <a:r>
              <a:rPr lang="ar-EG" sz="1350" dirty="0">
                <a:solidFill>
                  <a:srgbClr val="FFFFFF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"/>
                <a:rtl/>
              </a:rPr>
              <a:t>يوم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78310" y="5838711"/>
            <a:ext cx="1657893" cy="25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الاسم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84815" y="690576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الجنسية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569328" y="3161424"/>
            <a:ext cx="16668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رمز الإجازة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584816" y="7439292"/>
            <a:ext cx="1651388" cy="24365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جهة العمل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78310" y="3704473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FFFFFF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مدة الإجازة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78310" y="477152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الخروج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514489" y="4272188"/>
            <a:ext cx="17587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الدخول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78310" y="7992853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اسم الممارس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81564" y="8574862"/>
            <a:ext cx="1657892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المسمى الوظيفى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78310" y="6372235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الهوية / الاقامة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78310" y="5305186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إصدار التقرير</a:t>
            </a:r>
          </a:p>
        </p:txBody>
      </p:sp>
      <p:sp>
        <p:nvSpPr>
          <p:cNvPr id="58" name="TextBox 58">
            <a:hlinkClick r:id="rId9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/>
              </a:rPr>
              <a:t>www.seha.sa/#/inquiries/slenquiry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11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 dirty="0">
                <a:solidFill>
                  <a:srgbClr val="000000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الترخيص</a:t>
            </a:r>
            <a:r>
              <a:rPr lang="ar-EG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  <a:rtl/>
              </a:rPr>
              <a:t> : </a:t>
            </a:r>
            <a:r>
              <a:rPr lang="en-US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06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 dirty="0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5" name="TextBox 65"/>
          <p:cNvSpPr txBox="1"/>
          <p:nvPr/>
        </p:nvSpPr>
        <p:spPr>
          <a:xfrm>
            <a:off x="5871210" y="3694328"/>
            <a:ext cx="169288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7491755" y="3708073"/>
            <a:ext cx="397016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2896414" y="3694328"/>
            <a:ext cx="35471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3202486" y="3694328"/>
            <a:ext cx="169288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184622" y="3690118"/>
            <a:ext cx="18422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182207" y="3686442"/>
            <a:ext cx="35471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3274467" y="3689675"/>
            <a:ext cx="917943" cy="710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358791" y="3685361"/>
            <a:ext cx="917943" cy="718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2530202" y="7848044"/>
            <a:ext cx="3023082" cy="556401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{{DOCTOR_NAME_EN}}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530202" y="6773813"/>
            <a:ext cx="3023082" cy="539918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{{NATIONALITY_EN}}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530201" y="5719920"/>
            <a:ext cx="3023083" cy="5217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{{NAME_EN}}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24117" y="3028830"/>
            <a:ext cx="6058695" cy="36760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82" name="TextBox 76">
            <a:extLst>
              <a:ext uri="{FF2B5EF4-FFF2-40B4-BE49-F238E27FC236}">
                <a16:creationId xmlns:a16="http://schemas.microsoft.com/office/drawing/2014/main" id="{874BD78B-64DD-E746-7E3B-A30A1E6476F1}"/>
              </a:ext>
            </a:extLst>
          </p:cNvPr>
          <p:cNvSpPr txBox="1"/>
          <p:nvPr/>
        </p:nvSpPr>
        <p:spPr>
          <a:xfrm>
            <a:off x="2530202" y="6245643"/>
            <a:ext cx="6054614" cy="529493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{{ID_NUMBER}}</a:t>
            </a:r>
          </a:p>
        </p:txBody>
      </p:sp>
      <p:sp>
        <p:nvSpPr>
          <p:cNvPr id="79" name="مستطيل 78">
            <a:hlinkClick r:id="rId9"/>
            <a:extLst>
              <a:ext uri="{FF2B5EF4-FFF2-40B4-BE49-F238E27FC236}">
                <a16:creationId xmlns:a16="http://schemas.microsoft.com/office/drawing/2014/main" id="{043D9FDE-DD0D-4AB6-8E8A-186912F0563B}"/>
              </a:ext>
            </a:extLst>
          </p:cNvPr>
          <p:cNvSpPr/>
          <p:nvPr/>
        </p:nvSpPr>
        <p:spPr>
          <a:xfrm>
            <a:off x="1601112" y="11418204"/>
            <a:ext cx="2690772" cy="187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80" name="TextBox 57">
            <a:extLst>
              <a:ext uri="{FF2B5EF4-FFF2-40B4-BE49-F238E27FC236}">
                <a16:creationId xmlns:a16="http://schemas.microsoft.com/office/drawing/2014/main" id="{A098CC4F-2879-4B32-BF48-1FAB6CDC277D}"/>
              </a:ext>
            </a:extLst>
          </p:cNvPr>
          <p:cNvSpPr txBox="1"/>
          <p:nvPr/>
        </p:nvSpPr>
        <p:spPr>
          <a:xfrm>
            <a:off x="906018" y="10577798"/>
            <a:ext cx="4023236" cy="581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للتحقق من بيانات التقرير يرجى التأكد من زيارة موقع منصة</a:t>
            </a:r>
            <a:r>
              <a:rPr lang="en-US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 </a:t>
            </a: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صحة الرسم</a:t>
            </a:r>
            <a:r>
              <a:rPr lang="ar-SA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ي</a:t>
            </a:r>
            <a:endParaRPr lang="ar-EG" sz="1120" b="1" dirty="0">
              <a:solidFill>
                <a:srgbClr val="000000"/>
              </a:solidFill>
              <a:latin typeface="Noto Sans Arabic" pitchFamily="2" charset="-78"/>
              <a:ea typeface="Tahoma" panose="020B0604030504040204" pitchFamily="34" charset="0"/>
              <a:cs typeface="Noto Sans Arabic" pitchFamily="2" charset="-78"/>
              <a:sym typeface="Noto Sans Arabic Bold"/>
              <a:rtl/>
            </a:endParaRPr>
          </a:p>
        </p:txBody>
      </p:sp>
      <p:sp>
        <p:nvSpPr>
          <p:cNvPr id="81" name="مربع نص 80">
            <a:extLst>
              <a:ext uri="{FF2B5EF4-FFF2-40B4-BE49-F238E27FC236}">
                <a16:creationId xmlns:a16="http://schemas.microsoft.com/office/drawing/2014/main" id="{4FA247B5-5A2B-4A5C-8242-D02A3C3E0542}"/>
              </a:ext>
            </a:extLst>
          </p:cNvPr>
          <p:cNvSpPr txBox="1"/>
          <p:nvPr/>
        </p:nvSpPr>
        <p:spPr>
          <a:xfrm>
            <a:off x="1196872" y="11141102"/>
            <a:ext cx="3540582" cy="26468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check the report please visit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Seha's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offical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  <a:endParaRPr lang="ar-SA" sz="112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261</Words>
  <Application>Microsoft Office PowerPoint</Application>
  <PresentationFormat>مخصص</PresentationFormat>
  <Paragraphs>66</Paragraphs>
  <Slides>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9" baseType="lpstr">
      <vt:lpstr>Times New Roman</vt:lpstr>
      <vt:lpstr>Open Sans</vt:lpstr>
      <vt:lpstr>Calibri</vt:lpstr>
      <vt:lpstr>Noto Sans Arabic</vt:lpstr>
      <vt:lpstr>Times New Roman Bold</vt:lpstr>
      <vt:lpstr>Noto Sans</vt:lpstr>
      <vt:lpstr>Arial</vt:lpstr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dc:creator>Dell</dc:creator>
  <cp:lastModifiedBy>Amjad Alsabry</cp:lastModifiedBy>
  <cp:revision>32</cp:revision>
  <dcterms:created xsi:type="dcterms:W3CDTF">2006-08-16T00:00:00Z</dcterms:created>
  <dcterms:modified xsi:type="dcterms:W3CDTF">2026-04-28T21:52:38Z</dcterms:modified>
  <dc:identifier>DAG9MLGmOeo</dc:identifier>
</cp:coreProperties>
</file>