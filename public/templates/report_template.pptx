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Arab Times" panose="020B0604020202020204" charset="-78"/>
      <p:regular r:id="rId3"/>
    </p:embeddedFont>
    <p:embeddedFont>
      <p:font typeface="Calibri" panose="020F0502020204030204" pitchFamily="34" charset="0"/>
      <p:regular r:id="rId4"/>
      <p:bold r:id="rId5"/>
    </p:embeddedFont>
    <p:embeddedFont>
      <p:font typeface="Dubai" panose="020B0503030403030204" pitchFamily="34" charset="-78"/>
      <p:regular r:id="rId6"/>
      <p:bold r:id="rId7"/>
    </p:embeddedFont>
    <p:embeddedFont>
      <p:font typeface="Noto Sans Arabic" panose="020B0604020202020204"/>
      <p:regular r:id="rId8"/>
    </p:embeddedFont>
    <p:embeddedFont>
      <p:font typeface="Open Sans" panose="020B0606030504020204" pitchFamily="34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Tahoma" panose="020B0604030504040204" pitchFamily="34" charset="0"/>
      <p:regular r:id="rId17"/>
      <p:bold r:id="rId18"/>
    </p:embeddedFont>
    <p:embeddedFont>
      <p:font typeface="Times New Roman" panose="02020603050405020304" pitchFamily="18" charset="0"/>
      <p:regular r:id="rId19"/>
    </p:embeddedFont>
    <p:embeddedFont>
      <p:font typeface="Times New Roman Bold" panose="02020803070505020304" pitchFamily="18" charset="0"/>
      <p:regular r:id="rId2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C3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6" d="100"/>
          <a:sy n="36" d="100"/>
        </p:scale>
        <p:origin x="1988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21" Type="http://schemas.openxmlformats.org/officeDocument/2006/relationships/font" Target="fonts/font19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4.fntdata"/><Relationship Id="rId20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24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23" Type="http://schemas.openxmlformats.org/officeDocument/2006/relationships/viewProps" Target="viewProps.xml"/><Relationship Id="rId10" Type="http://schemas.openxmlformats.org/officeDocument/2006/relationships/font" Target="fonts/font8.fntdata"/><Relationship Id="rId19" Type="http://schemas.openxmlformats.org/officeDocument/2006/relationships/font" Target="fonts/font17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jpeg"/><Relationship Id="rId12" Type="http://schemas.openxmlformats.org/officeDocument/2006/relationships/image" Target="../media/image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Relationship Id="rId5" Type="http://schemas.openxmlformats.org/officeDocument/2006/relationships/image" Target="../media/image4.png"/><Relationship Id="rId10" Type="http://schemas.openxmlformats.org/officeDocument/2006/relationships/hyperlink" Target="http://www.seha.sa/#/inquiries/slenquiry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sihasa.vercel.app/#/inquiries/slenqui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4" name="Freeform 4"/>
          <p:cNvSpPr/>
          <p:nvPr/>
        </p:nvSpPr>
        <p:spPr>
          <a:xfrm>
            <a:off x="393697" y="2958651"/>
            <a:ext cx="9906000" cy="6047356"/>
          </a:xfrm>
          <a:custGeom>
            <a:avLst/>
            <a:gdLst/>
            <a:ahLst/>
            <a:cxnLst/>
            <a:rect l="l" t="t" r="r" b="b"/>
            <a:pathLst>
              <a:path w="9906000" h="6047356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3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434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2573" y="2010601"/>
            <a:ext cx="3640854" cy="364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>
                <a:solidFill>
                  <a:srgbClr val="306DB5"/>
                </a:solidFill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250" y="5770893"/>
            <a:ext cx="2044969" cy="300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76250" y="85190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76250" y="3151280"/>
            <a:ext cx="20430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6250" y="741974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6250" y="5246884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6250" y="688609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3694328"/>
            <a:ext cx="206207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6250" y="4713237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6250" y="4187069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250" y="7969406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6250" y="6352565"/>
            <a:ext cx="2044969" cy="274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sz="1549" b="1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219" y="4233177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21219" y="4766824"/>
            <a:ext cx="3117533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519275" y="3690118"/>
            <a:ext cx="377140" cy="1194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30201" y="8404445"/>
            <a:ext cx="3026516" cy="543017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9275" y="5171666"/>
            <a:ext cx="6065540" cy="541839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874589" y="3713813"/>
            <a:ext cx="917943" cy="48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568953" y="4233177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568953" y="4766824"/>
            <a:ext cx="307689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chemeClr val="tx2">
                    <a:lumMod val="75000"/>
                  </a:schemeClr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986930" y="3708073"/>
            <a:ext cx="855902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206596" y="3704816"/>
            <a:ext cx="435959" cy="956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767835" y="3720207"/>
            <a:ext cx="215798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Noto Sans Arabic"/>
                <a:ea typeface="Noto Sans Arabic"/>
                <a:cs typeface="+mj-cs"/>
                <a:sym typeface="Noto Sans Arabic"/>
                <a:rtl/>
              </a:rPr>
              <a:t>الى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568953" y="7431919"/>
            <a:ext cx="30003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  <a:rtl/>
              </a:rPr>
              <a:t>الى من يهمه الامر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62267" y="6785519"/>
            <a:ext cx="3022548" cy="52175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 rtl="1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{{NATIONALITY_AR}}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553284" y="8404445"/>
            <a:ext cx="3029527" cy="538595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{{JOB_TITLE_AR}}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554376" y="5703805"/>
            <a:ext cx="3029528" cy="5314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603030403030204" pitchFamily="34" charset="-78"/>
                <a:ea typeface="Microsoft GothicNeo" panose="020B0500000101010101" pitchFamily="34" charset="-127"/>
                <a:cs typeface="Dubai" panose="020B0603030403030204" pitchFamily="34" charset="-78"/>
                <a:sym typeface="Noto Sans Arabic"/>
              </a:rPr>
              <a:t>{{NAME_AR}}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562267" y="7846612"/>
            <a:ext cx="3022548" cy="560933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600" dirty="0">
                <a:solidFill>
                  <a:srgbClr val="2C3E77"/>
                </a:solidFill>
                <a:latin typeface="Dubai" panose="020B0503030403030204" pitchFamily="34" charset="-78"/>
                <a:ea typeface="Noto Sans Arabic"/>
                <a:cs typeface="Dubai" panose="020B0503030403030204" pitchFamily="34" charset="-78"/>
                <a:sym typeface="Noto Sans Arabic"/>
              </a:rPr>
              <a:t>{{DOCTOR_NAME_AR}}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927209" y="3697100"/>
            <a:ext cx="4039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 rtl="1">
              <a:lnSpc>
                <a:spcPts val="1889"/>
              </a:lnSpc>
            </a:pPr>
            <a:r>
              <a:rPr lang="ar-EG" sz="1600">
                <a:solidFill>
                  <a:srgbClr val="FFFFFF"/>
                </a:solidFill>
                <a:latin typeface="Segoe UI" panose="020B0502040204020203" pitchFamily="34" charset="0"/>
                <a:ea typeface="Tahoma" panose="020B0604030504040204" pitchFamily="34" charset="0"/>
                <a:cs typeface="+mj-cs"/>
                <a:sym typeface="Noto Sans Arabic"/>
                <a:rtl/>
              </a:rPr>
              <a:t>يوم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78310" y="5838711"/>
            <a:ext cx="1657893" cy="251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الاسم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584815" y="690576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الجنسية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569328" y="3161424"/>
            <a:ext cx="1666875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رمز الإجازة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584816" y="7439292"/>
            <a:ext cx="1651388" cy="24365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جهة العمل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578310" y="3704473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FFFFFF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مدة الإجازة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78310" y="4771528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الخروج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514489" y="4272188"/>
            <a:ext cx="1758731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الدخول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578310" y="7992853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اسم الممارس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581564" y="8574862"/>
            <a:ext cx="1657892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المسمى الوظيفى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78310" y="6372235"/>
            <a:ext cx="1657893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 dirty="0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رقم الهوية / الاقامة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578310" y="5305186"/>
            <a:ext cx="1657893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1889"/>
              </a:lnSpc>
            </a:pPr>
            <a:r>
              <a:rPr lang="ar-EG" sz="1600" b="1">
                <a:solidFill>
                  <a:srgbClr val="366FB5"/>
                </a:solidFill>
                <a:latin typeface="Dubai" panose="020B0503030403030204" pitchFamily="34" charset="-78"/>
                <a:ea typeface="Tahoma" panose="020B0604030504040204" pitchFamily="34" charset="0"/>
                <a:cs typeface="Dubai" panose="020B0503030403030204" pitchFamily="34" charset="-78"/>
                <a:sym typeface="Noto Sans Arabic Bold"/>
                <a:rtl/>
              </a:rPr>
              <a:t>تاريخ إصدار التقرير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06018" y="10577798"/>
            <a:ext cx="4023236" cy="78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05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To check the report please visit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Seha's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</a:t>
            </a:r>
            <a:r>
              <a:rPr lang="en-US" sz="1125" b="1" dirty="0" err="1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offical</a:t>
            </a:r>
            <a:r>
              <a:rPr lang="en-US" sz="1125" b="1" dirty="0">
                <a:solidFill>
                  <a:srgbClr val="000000"/>
                </a:solidFill>
                <a:latin typeface="Times New Roman Bold"/>
                <a:ea typeface="Tahoma" panose="020B0604030504040204" pitchFamily="34" charset="0"/>
                <a:cs typeface="Times New Roman Bold"/>
                <a:sym typeface="Times New Roman Bold"/>
              </a:rPr>
              <a:t> website</a:t>
            </a:r>
          </a:p>
        </p:txBody>
      </p:sp>
      <p:sp>
        <p:nvSpPr>
          <p:cNvPr id="58" name="TextBox 58">
            <a:hlinkClick r:id="rId9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11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217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04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09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  <a:rtl/>
              </a:rPr>
              <a:t>رقم الترخيص : </a:t>
            </a:r>
            <a:r>
              <a:rPr lang="en-US" sz="1200" b="1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33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5" name="TextBox 65"/>
          <p:cNvSpPr txBox="1"/>
          <p:nvPr/>
        </p:nvSpPr>
        <p:spPr>
          <a:xfrm>
            <a:off x="5871210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491755" y="3708073"/>
            <a:ext cx="397016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896414" y="3694328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202486" y="3694328"/>
            <a:ext cx="169288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184622" y="3690118"/>
            <a:ext cx="18422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82207" y="3686442"/>
            <a:ext cx="354715" cy="24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3274467" y="3689675"/>
            <a:ext cx="917943" cy="710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358791" y="3685361"/>
            <a:ext cx="917943" cy="718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2530202" y="7848044"/>
            <a:ext cx="3023082" cy="556401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530202" y="6773813"/>
            <a:ext cx="3023082" cy="539918"/>
          </a:xfrm>
          <a:prstGeom prst="rect">
            <a:avLst/>
          </a:prstGeom>
        </p:spPr>
        <p:txBody>
          <a:bodyPr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530201" y="5719920"/>
            <a:ext cx="3023083" cy="521755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35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524117" y="3028830"/>
            <a:ext cx="6058695" cy="36760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82" name="TextBox 76">
            <a:extLst>
              <a:ext uri="{FF2B5EF4-FFF2-40B4-BE49-F238E27FC236}">
                <a16:creationId xmlns:a16="http://schemas.microsoft.com/office/drawing/2014/main" id="{874BD78B-64DD-E746-7E3B-A30A1E6476F1}"/>
              </a:ext>
            </a:extLst>
          </p:cNvPr>
          <p:cNvSpPr txBox="1"/>
          <p:nvPr/>
        </p:nvSpPr>
        <p:spPr>
          <a:xfrm>
            <a:off x="2530202" y="6245643"/>
            <a:ext cx="6054614" cy="529493"/>
          </a:xfrm>
          <a:prstGeom prst="rect">
            <a:avLst/>
          </a:prstGeom>
        </p:spPr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1400" spc="-4" dirty="0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{{ID_NUMBER}}</a:t>
            </a:r>
          </a:p>
        </p:txBody>
      </p:sp>
      <p:sp>
        <p:nvSpPr>
          <p:cNvPr id="79" name="مستطيل 78">
            <a:hlinkClick r:id="rId9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260</Words>
  <Application>Microsoft Office PowerPoint</Application>
  <PresentationFormat>مخصص</PresentationFormat>
  <Paragraphs>66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10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12" baseType="lpstr">
      <vt:lpstr>Dubai</vt:lpstr>
      <vt:lpstr>Tahoma</vt:lpstr>
      <vt:lpstr>Open Sans</vt:lpstr>
      <vt:lpstr>Arial</vt:lpstr>
      <vt:lpstr>Segoe UI</vt:lpstr>
      <vt:lpstr>Arab Times</vt:lpstr>
      <vt:lpstr>Times New Roman</vt:lpstr>
      <vt:lpstr>Noto Sans Arabic</vt:lpstr>
      <vt:lpstr>Calibri</vt:lpstr>
      <vt:lpstr>Times New Roman Bold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cp:lastModifiedBy>Amjad Alsabry</cp:lastModifiedBy>
  <cp:revision>23</cp:revision>
  <dcterms:created xsi:type="dcterms:W3CDTF">2006-08-16T00:00:00Z</dcterms:created>
  <dcterms:modified xsi:type="dcterms:W3CDTF">2026-04-27T23:18:40Z</dcterms:modified>
  <dc:identifier>DAG9MLGmOeo</dc:identifier>
</cp:coreProperties>
</file>