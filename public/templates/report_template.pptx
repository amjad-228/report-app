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15113000"/>
  <p:notesSz cx="6858000" cy="9144000"/>
  <p:embeddedFontLst>
    <p:embeddedFont>
      <p:font typeface="Open Sans" charset="1" panose="020B0606030504020204"/>
      <p:regular r:id="rId7"/>
    </p:embeddedFont>
    <p:embeddedFont>
      <p:font typeface="Arab Times" charset="1" panose="02000400000000000000"/>
      <p:regular r:id="rId8"/>
    </p:embeddedFont>
    <p:embeddedFont>
      <p:font typeface="Noto Sans Arabic Bold" charset="1" panose="020B0802040504020204"/>
      <p:regular r:id="rId9"/>
    </p:embeddedFont>
    <p:embeddedFont>
      <p:font typeface="Times New Roman Bold" charset="1" panose="02020803070505020304"/>
      <p:regular r:id="rId10"/>
    </p:embeddedFont>
    <p:embeddedFont>
      <p:font typeface="Times New Roman" charset="1" panose="02020603050405020304"/>
      <p:regular r:id="rId11"/>
    </p:embeddedFont>
    <p:embeddedFont>
      <p:font typeface="Noto Sans Arabic" charset="1" panose="020B0502040504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 Type="http://schemas.openxmlformats.org/officeDocument/2006/relationships/hyperlink"/><Relationship Id="rId11" Target="../media/image8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https://sihasa.vercel.app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57200" y="457200"/>
            <a:ext cx="9779003" cy="952500"/>
            <a:chOff x="0" y="0"/>
            <a:chExt cx="9779000" cy="952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779000" cy="952500"/>
            </a:xfrm>
            <a:custGeom>
              <a:avLst/>
              <a:gdLst/>
              <a:ahLst/>
              <a:cxnLst/>
              <a:rect r="r" b="b" t="t" l="l"/>
              <a:pathLst>
                <a:path h="952500" w="97790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93697" y="2958651"/>
            <a:ext cx="9906000" cy="6047356"/>
          </a:xfrm>
          <a:custGeom>
            <a:avLst/>
            <a:gdLst/>
            <a:ahLst/>
            <a:cxnLst/>
            <a:rect r="r" b="b" t="t" l="l"/>
            <a:pathLst>
              <a:path h="6047356" w="9906000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663953" y="348412"/>
            <a:ext cx="3333750" cy="1584703"/>
          </a:xfrm>
          <a:custGeom>
            <a:avLst/>
            <a:gdLst/>
            <a:ahLst/>
            <a:cxnLst/>
            <a:rect r="r" b="b" t="t" l="l"/>
            <a:pathLst>
              <a:path h="1584703" w="3333750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2453" y="457200"/>
            <a:ext cx="3333750" cy="1357760"/>
          </a:xfrm>
          <a:custGeom>
            <a:avLst/>
            <a:gdLst/>
            <a:ahLst/>
            <a:cxnLst/>
            <a:rect r="r" b="b" t="t" l="l"/>
            <a:pathLst>
              <a:path h="1357760" w="333375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7200" y="457200"/>
            <a:ext cx="1905000" cy="840867"/>
          </a:xfrm>
          <a:custGeom>
            <a:avLst/>
            <a:gdLst/>
            <a:ahLst/>
            <a:cxnLst/>
            <a:rect r="r" b="b" t="t" l="l"/>
            <a:pathLst>
              <a:path h="840867" w="1905000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5521328" y="9167879"/>
            <a:ext cx="19050" cy="2570226"/>
            <a:chOff x="0" y="0"/>
            <a:chExt cx="19050" cy="25702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050" cy="2570226"/>
            </a:xfrm>
            <a:custGeom>
              <a:avLst/>
              <a:gdLst/>
              <a:ahLst/>
              <a:cxnLst/>
              <a:rect r="r" b="b" t="t" l="l"/>
              <a:pathLst>
                <a:path h="2570226" w="19050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2163823" y="9167879"/>
            <a:ext cx="1428750" cy="1428750"/>
            <a:chOff x="0" y="0"/>
            <a:chExt cx="1905000" cy="1905000"/>
          </a:xfrm>
        </p:grpSpPr>
        <p:sp>
          <p:nvSpPr>
            <p:cNvPr name="Freeform 11" id="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8331203" y="11738105"/>
            <a:ext cx="1905000" cy="902713"/>
          </a:xfrm>
          <a:custGeom>
            <a:avLst/>
            <a:gdLst/>
            <a:ahLst/>
            <a:cxnLst/>
            <a:rect r="r" b="b" t="t" l="l"/>
            <a:pathLst>
              <a:path h="902713" w="1905000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211831" y="1326642"/>
            <a:ext cx="2690622" cy="232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346697" y="1605153"/>
            <a:ext cx="72866" cy="434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241168" y="1885490"/>
            <a:ext cx="2255358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3149"/>
              </a:lnSpc>
            </a:pPr>
            <a:r>
              <a:rPr lang="ar-EG" b="true" sz="2250">
                <a:solidFill>
                  <a:srgbClr val="306D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تقرير إجازة مرضية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76250" y="5770893"/>
            <a:ext cx="2044969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b="true" sz="16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76250" y="85190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76250" y="3151280"/>
            <a:ext cx="20430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6250" y="741974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6250" y="5246884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6250" y="688609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57200" y="3694328"/>
            <a:ext cx="206207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76250" y="4713237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6250" y="418706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6250" y="796940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76250" y="63525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21219" y="4233177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{{ENTRY_DATE_GREGORIAN}}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21219" y="4766824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19275" y="6891414"/>
            <a:ext cx="3045297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</a:t>
            </a: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ATIONALITY_En}}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519275" y="5824357"/>
            <a:ext cx="3045297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</a:t>
            </a: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AME_EN}}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19275" y="3690118"/>
            <a:ext cx="377140" cy="1194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956428" y="7291711"/>
            <a:ext cx="174879" cy="447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521219" y="838150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{{JOB_TITLE_EN}}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521219" y="5300358"/>
            <a:ext cx="604810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519275" y="6367405"/>
            <a:ext cx="605005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{{ID_NUMBER}}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2521219" y="3147070"/>
            <a:ext cx="604810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</a:t>
            </a: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SERVICE_CODE}}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871210" y="3696729"/>
            <a:ext cx="91794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568953" y="4233177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568953" y="4766824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6982711" y="3696729"/>
            <a:ext cx="1094965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142351" y="3696729"/>
            <a:ext cx="435959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6771132" y="3697100"/>
            <a:ext cx="215798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568953" y="7431919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 من يهمه الامر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568953" y="6898396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{{NATIONALITY_AR}}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568953" y="8531362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{{JOB_TITLE_AR}}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564572" y="5831338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{{NAME_AR}}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568953" y="7981702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{{DOCTOR_NAME_AR}}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7927210" y="3697100"/>
            <a:ext cx="21947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يوم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8578310" y="5838711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الاسم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102976" y="6905768"/>
            <a:ext cx="62816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الجنسية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569328" y="3161424"/>
            <a:ext cx="16668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رمز الإجازة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020556" y="7439292"/>
            <a:ext cx="79622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جهة العمل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578310" y="3704473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FFFFFF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مدة الإجازة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8956291" y="4771530"/>
            <a:ext cx="92738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الخروج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941184" y="4238006"/>
            <a:ext cx="95815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الدخول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8891397" y="7989075"/>
            <a:ext cx="105959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اسم الممارس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8770877" y="8538734"/>
            <a:ext cx="1305649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المسمى الوظيفى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8578310" y="6372235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الهوية / الاقامة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8727567" y="5305187"/>
            <a:ext cx="139396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إصدار التقرير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906018" y="10577798"/>
            <a:ext cx="4023236" cy="786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376"/>
              </a:lnSpc>
            </a:pPr>
            <a:r>
              <a:rPr lang="ar-EG" b="true" sz="112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To check the report please visit Seha's offical website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619560" y="11440144"/>
            <a:ext cx="2592271" cy="16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9" tooltip="https://sihasa.vercel.app"/>
              </a:rPr>
              <a:t>sihasa.vercel.app</a:t>
            </a: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  </a:rPr>
              <a:t>/#/inquiries/slenquiry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2878198" y="11381232"/>
            <a:ext cx="36433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5521328" y="10680021"/>
            <a:ext cx="5170672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{{HOSPITAL_NAME_AR}}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5530853" y="11208210"/>
            <a:ext cx="5161147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الترخيص : </a:t>
            </a: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1410101201200270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476250" y="11771138"/>
            <a:ext cx="2130288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</a:t>
            </a: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PRINT_TIME}}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4291884" y="2301223"/>
            <a:ext cx="2255358" cy="333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b="true" sz="1867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5530853" y="10895286"/>
            <a:ext cx="5161147" cy="266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7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</a:t>
            </a: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TAL_NAME_EN}}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476250" y="12076414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name="Freeform 69" id="69"/>
          <p:cNvSpPr/>
          <p:nvPr/>
        </p:nvSpPr>
        <p:spPr>
          <a:xfrm flipH="false" flipV="false" rot="0">
            <a:off x="7475112" y="9291757"/>
            <a:ext cx="1343147" cy="1217227"/>
          </a:xfrm>
          <a:custGeom>
            <a:avLst/>
            <a:gdLst/>
            <a:ahLst/>
            <a:cxnLst/>
            <a:rect r="r" b="b" t="t" l="l"/>
            <a:pathLst>
              <a:path h="1217227" w="134314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70" id="70"/>
          <p:cNvSpPr txBox="true"/>
          <p:nvPr/>
        </p:nvSpPr>
        <p:spPr>
          <a:xfrm rot="0">
            <a:off x="5871210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7530194" y="3708073"/>
            <a:ext cx="397016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2896414" y="3694328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3202486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5184622" y="3690118"/>
            <a:ext cx="1842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4182207" y="3686442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3213364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4358791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2545871" y="7804290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{{DOCTOR_NAME_EN}}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DAG8cI3nTsg</dc:identifier>
  <dcterms:modified xsi:type="dcterms:W3CDTF">2011-08-01T06:04:30Z</dcterms:modified>
  <cp:revision>1</cp:revision>
  <dc:title>sickLeaves-11.pdf</dc:title>
</cp:coreProperties>
</file>