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770893"/>
            <a:ext cx="2044969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b="true" sz="16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190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1974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46884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8609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13237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18706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6940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525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986930" y="3708073"/>
            <a:ext cx="855902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568953" y="6928644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4572" y="58682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8011951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19560" y="11440144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476250" y="1207641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65" id="65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530194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545871" y="7827397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530382" y="675221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541489" y="5680529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2510633" y="3012896"/>
            <a:ext cx="6107877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5530853" y="10925065"/>
            <a:ext cx="5170672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476250" y="11771138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DAG9MLGmOeo</dc:identifier>
  <dcterms:modified xsi:type="dcterms:W3CDTF">2011-08-01T06:04:30Z</dcterms:modified>
  <cp:revision>1</cp:revision>
  <dc:title>نسخة من sickLeaves-11.pdf</dc:title>
</cp:coreProperties>
</file>