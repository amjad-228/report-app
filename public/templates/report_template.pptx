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  <p:bold r:id="rId6"/>
      <p:italic r:id="rId7"/>
      <p:boldItalic r:id="rId8"/>
    </p:embeddedFont>
    <p:embeddedFont>
      <p:font typeface="Noto Sans Arabic" pitchFamily="2" charset="-78"/>
      <p:regular r:id="rId9"/>
      <p:bold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  <p:embeddedFont>
      <p:font typeface="Times New Roman Bold" panose="02020803070505020304" pitchFamily="18" charset="0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217" autoAdjust="0"/>
    <p:restoredTop sz="94622" autoAdjust="0"/>
  </p:normalViewPr>
  <p:slideViewPr>
    <p:cSldViewPr>
      <p:cViewPr>
        <p:scale>
          <a:sx n="113" d="100"/>
          <a:sy n="113" d="100"/>
        </p:scale>
        <p:origin x="-2168" y="-8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9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 dirty="0">
                <a:solidFill>
                  <a:srgbClr val="000000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 dirty="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2618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 dirty="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5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{{EXIT_DATE_GREGORIAN}}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519275" y="3690118"/>
            <a:ext cx="377140" cy="1194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{{REPORT_ISSUE_DATE}}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{{EXIT_DATE_HIJRI}}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Microsoft GothicNeo" panose="020B0500000101010101" pitchFamily="34" charset="-127"/>
                <a:cs typeface="Noto Sans Arabic" pitchFamily="2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dirty="0">
                <a:solidFill>
                  <a:srgbClr val="2C3E77"/>
                </a:solidFill>
                <a:latin typeface="Noto Sans Arabic" pitchFamily="2" charset="-78"/>
                <a:ea typeface="Noto Sans Arabic"/>
                <a:cs typeface="Noto Sans Arabic" pitchFamily="2" charset="-78"/>
                <a:sym typeface="Noto Sans Arabic"/>
              </a:rPr>
              <a:t>{{DOCTOR_NAME_AR}}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FFFFFF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 dirty="0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350" b="1">
                <a:solidFill>
                  <a:srgbClr val="366F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 dirty="0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 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7" name="TextBox 67"/>
          <p:cNvSpPr txBox="1"/>
          <p:nvPr/>
        </p:nvSpPr>
        <p:spPr>
          <a:xfrm>
            <a:off x="2896414" y="3694328"/>
            <a:ext cx="35471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202486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184622" y="3690118"/>
            <a:ext cx="1842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82207" y="3686442"/>
            <a:ext cx="354715" cy="2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274467" y="3689675"/>
            <a:ext cx="917943" cy="710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358791" y="3685361"/>
            <a:ext cx="917943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80" name="TextBox 57">
            <a:extLst>
              <a:ext uri="{FF2B5EF4-FFF2-40B4-BE49-F238E27FC236}">
                <a16:creationId xmlns:a16="http://schemas.microsoft.com/office/drawing/2014/main" id="{A098CC4F-2879-4B32-BF48-1FAB6CDC277D}"/>
              </a:ext>
            </a:extLst>
          </p:cNvPr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81" name="مربع نص 80">
            <a:extLst>
              <a:ext uri="{FF2B5EF4-FFF2-40B4-BE49-F238E27FC236}">
                <a16:creationId xmlns:a16="http://schemas.microsoft.com/office/drawing/2014/main" id="{4FA247B5-5A2B-4A5C-8242-D02A3C3E0542}"/>
              </a:ext>
            </a:extLst>
          </p:cNvPr>
          <p:cNvSpPr txBox="1"/>
          <p:nvPr/>
        </p:nvSpPr>
        <p:spPr>
          <a:xfrm>
            <a:off x="1196872" y="11141102"/>
            <a:ext cx="354058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مربع نص 32">
            <a:extLst>
              <a:ext uri="{FF2B5EF4-FFF2-40B4-BE49-F238E27FC236}">
                <a16:creationId xmlns:a16="http://schemas.microsoft.com/office/drawing/2014/main" id="{94004608-83FE-427F-B9A6-1680B825745B}"/>
              </a:ext>
            </a:extLst>
          </p:cNvPr>
          <p:cNvSpPr txBox="1"/>
          <p:nvPr/>
        </p:nvSpPr>
        <p:spPr>
          <a:xfrm>
            <a:off x="5568953" y="3583796"/>
            <a:ext cx="3022548" cy="522007"/>
          </a:xfrm>
          <a:prstGeom prst="rect">
            <a:avLst/>
          </a:prstGeom>
          <a:noFill/>
        </p:spPr>
        <p:txBody>
          <a:bodyPr wrap="square" rtlCol="1" anchor="ctr" anchorCtr="0">
            <a:noAutofit/>
          </a:bodyPr>
          <a:lstStyle/>
          <a:p>
            <a:pPr algn="ctr" rtl="1"/>
            <a:r>
              <a:rPr lang="en-US" sz="1400" dirty="0">
                <a:solidFill>
                  <a:schemeClr val="bg1"/>
                </a:solidFill>
                <a:cs typeface="+mj-cs"/>
              </a:rPr>
              <a:t>{{DAYS_COUNT}}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يوم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{{ENTRY_DATE_HIJRI}}</a:t>
            </a:r>
          </a:p>
          <a:p>
            <a:pPr algn="ctr" rtl="1"/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ar-SA" sz="1350" baseline="0" dirty="0">
                <a:solidFill>
                  <a:schemeClr val="bg1"/>
                </a:solidFill>
                <a:latin typeface="Noto Sans Arabic" pitchFamily="2" charset="-78"/>
                <a:ea typeface="Noto Sans Arabic" pitchFamily="2" charset="-78"/>
                <a:cs typeface="Noto Sans Arabic" pitchFamily="2" charset="-78"/>
              </a:rPr>
              <a:t>الى</a:t>
            </a:r>
            <a:r>
              <a:rPr lang="ar-SA" sz="1400" dirty="0">
                <a:solidFill>
                  <a:schemeClr val="bg1"/>
                </a:solidFill>
                <a:cs typeface="+mj-cs"/>
              </a:rPr>
              <a:t> </a:t>
            </a:r>
            <a:r>
              <a:rPr lang="en-US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{{EXIT_DATE_HIJRI}}</a:t>
            </a:r>
            <a:r>
              <a:rPr lang="ar-SA" sz="1350" baseline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262</Words>
  <Application>Microsoft Office PowerPoint</Application>
  <PresentationFormat>مخصص</PresentationFormat>
  <Paragraphs>61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Times New Roman</vt:lpstr>
      <vt:lpstr>Open Sans</vt:lpstr>
      <vt:lpstr>Calibri</vt:lpstr>
      <vt:lpstr>Noto Sans Arabic</vt:lpstr>
      <vt:lpstr>Times New Roman Bold</vt:lpstr>
      <vt:lpstr>Noto Sans</vt:lpstr>
      <vt:lpstr>Arial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34</cp:revision>
  <dcterms:created xsi:type="dcterms:W3CDTF">2006-08-16T00:00:00Z</dcterms:created>
  <dcterms:modified xsi:type="dcterms:W3CDTF">2026-04-28T22:10:52Z</dcterms:modified>
  <dc:identifier>DAG9MLGmOeo</dc:identifier>
</cp:coreProperties>
</file>