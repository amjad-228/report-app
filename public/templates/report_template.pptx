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Times New Roman" charset="1" panose="020206030504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11" Target="../media/image8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https://sihasa.vercel.ap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58651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348412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11831" y="1326642"/>
            <a:ext cx="2690622" cy="23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41168" y="1885490"/>
            <a:ext cx="225535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6250" y="5770893"/>
            <a:ext cx="2044969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b="true" sz="16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6250" y="85190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6250" y="3151280"/>
            <a:ext cx="20430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" y="741974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6250" y="5246884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6250" y="688609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200" y="3694328"/>
            <a:ext cx="206207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" y="4713237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6250" y="418706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6250" y="796940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6250" y="63525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1219" y="4233177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21219" y="4766824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9275" y="3690118"/>
            <a:ext cx="37714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21219" y="838150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521219" y="5300358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19275" y="6367405"/>
            <a:ext cx="605005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871210" y="3696729"/>
            <a:ext cx="91794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568953" y="4233177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568953" y="4766824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982711" y="3696729"/>
            <a:ext cx="1094965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42351" y="3696729"/>
            <a:ext cx="435959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771132" y="3697100"/>
            <a:ext cx="215798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568953" y="7431919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568953" y="6928644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568953" y="853136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64572" y="58682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68953" y="8011951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578310" y="5838711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الاسم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569328" y="3161424"/>
            <a:ext cx="16668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الإجازة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8578310" y="3704473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الإجازة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578310" y="6372235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/ الاقامة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06018" y="10577798"/>
            <a:ext cx="4023236" cy="78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 check the report please visit Seha's offical website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619560" y="11440144"/>
            <a:ext cx="2592271" cy="16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 tooltip="https://sihasa.vercel.app"/>
              </a:rPr>
              <a:t>sihasa.vercel.app</a:t>
            </a: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/#/inquiries/slenquiry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521328" y="10680021"/>
            <a:ext cx="5170672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{{HOSPITAL_NAME_AR}}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5530853" y="11208210"/>
            <a:ext cx="5161147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 </a:t>
            </a: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1410101201200270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4291884" y="2301223"/>
            <a:ext cx="2255358" cy="33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b="true" sz="1867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476250" y="12076414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name="Freeform 64" id="64"/>
          <p:cNvSpPr/>
          <p:nvPr/>
        </p:nvSpPr>
        <p:spPr>
          <a:xfrm flipH="false" flipV="false" rot="0">
            <a:off x="7475112" y="9291757"/>
            <a:ext cx="1343147" cy="1217227"/>
          </a:xfrm>
          <a:custGeom>
            <a:avLst/>
            <a:gdLst/>
            <a:ahLst/>
            <a:cxnLst/>
            <a:rect r="r" b="b" t="t" l="l"/>
            <a:pathLst>
              <a:path h="1217227" w="134314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65" id="65"/>
          <p:cNvSpPr txBox="true"/>
          <p:nvPr/>
        </p:nvSpPr>
        <p:spPr>
          <a:xfrm rot="0">
            <a:off x="5871210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530194" y="3708073"/>
            <a:ext cx="397016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2896414" y="3694328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202486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5184622" y="3690118"/>
            <a:ext cx="1842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4182207" y="3686442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3213364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358791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545871" y="7827397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2530382" y="675221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{{NATIONALITY_EN}}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2541489" y="5680529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{{NAME_EN}}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2510633" y="3012896"/>
            <a:ext cx="6107877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5530853" y="10925065"/>
            <a:ext cx="5170672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476250" y="11771138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DAG8cI3nTsg</dc:identifier>
  <dcterms:modified xsi:type="dcterms:W3CDTF">2011-08-01T06:04:30Z</dcterms:modified>
  <cp:revision>1</cp:revision>
  <dc:title>sickLeaves-11.pdf</dc:title>
</cp:coreProperties>
</file>