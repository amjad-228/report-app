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</p:sldIdLst>
  <p:sldSz cx="10693400" cy="15113000"/>
  <p:notesSz cx="6858000" cy="9144000"/>
  <p:embeddedFontLst>
    <p:embeddedFont>
      <p:font typeface="Open Sans" charset="1" panose="020B0606030504020204"/>
      <p:regular r:id="rId7"/>
    </p:embeddedFont>
    <p:embeddedFont>
      <p:font typeface="Arab Times" charset="1" panose="02000400000000000000"/>
      <p:regular r:id="rId8"/>
    </p:embeddedFont>
    <p:embeddedFont>
      <p:font typeface="Noto Sans Arabic Bold" charset="1" panose="020B0802040504020204"/>
      <p:regular r:id="rId9"/>
    </p:embeddedFont>
    <p:embeddedFont>
      <p:font typeface="Times New Roman Bold" charset="1" panose="02020803070505020304"/>
      <p:regular r:id="rId10"/>
    </p:embeddedFont>
    <p:embeddedFont>
      <p:font typeface="Times New Roman" charset="1" panose="02020603050405020304"/>
      <p:regular r:id="rId11"/>
    </p:embeddedFont>
    <p:embeddedFont>
      <p:font typeface="Noto Sans Arabic" charset="1" panose="020B0502040504020204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fonts/font7.fntdata" Type="http://schemas.openxmlformats.org/officeDocument/2006/relationships/font"/><Relationship Id="rId8" Target="fonts/font8.fntdata" Type="http://schemas.openxmlformats.org/officeDocument/2006/relationships/font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 TargetMode="External" Type="http://schemas.openxmlformats.org/officeDocument/2006/relationships/hyperlink"/><Relationship Id="rId11" Target="../media/image8.jpe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jpeg" Type="http://schemas.openxmlformats.org/officeDocument/2006/relationships/image"/><Relationship Id="rId8" Target="../media/image7.png" Type="http://schemas.openxmlformats.org/officeDocument/2006/relationships/image"/><Relationship Id="rId9" Target="https://sihasa.vercel.app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457200" y="457200"/>
            <a:ext cx="9779003" cy="952500"/>
            <a:chOff x="0" y="0"/>
            <a:chExt cx="9779000" cy="952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779000" cy="952500"/>
            </a:xfrm>
            <a:custGeom>
              <a:avLst/>
              <a:gdLst/>
              <a:ahLst/>
              <a:cxnLst/>
              <a:rect r="r" b="b" t="t" l="l"/>
              <a:pathLst>
                <a:path h="952500" w="9779000">
                  <a:moveTo>
                    <a:pt x="0" y="952500"/>
                  </a:moveTo>
                  <a:lnTo>
                    <a:pt x="9779000" y="952500"/>
                  </a:lnTo>
                  <a:lnTo>
                    <a:pt x="9779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393697" y="2958651"/>
            <a:ext cx="9906000" cy="6047356"/>
          </a:xfrm>
          <a:custGeom>
            <a:avLst/>
            <a:gdLst/>
            <a:ahLst/>
            <a:cxnLst/>
            <a:rect r="r" b="b" t="t" l="l"/>
            <a:pathLst>
              <a:path h="6047356" w="9906000">
                <a:moveTo>
                  <a:pt x="0" y="0"/>
                </a:moveTo>
                <a:lnTo>
                  <a:pt x="9906000" y="0"/>
                </a:lnTo>
                <a:lnTo>
                  <a:pt x="9906000" y="6047356"/>
                </a:lnTo>
                <a:lnTo>
                  <a:pt x="0" y="60473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663953" y="348412"/>
            <a:ext cx="3333750" cy="1584703"/>
          </a:xfrm>
          <a:custGeom>
            <a:avLst/>
            <a:gdLst/>
            <a:ahLst/>
            <a:cxnLst/>
            <a:rect r="r" b="b" t="t" l="l"/>
            <a:pathLst>
              <a:path h="1584703" w="3333750">
                <a:moveTo>
                  <a:pt x="0" y="0"/>
                </a:moveTo>
                <a:lnTo>
                  <a:pt x="3333750" y="0"/>
                </a:lnTo>
                <a:lnTo>
                  <a:pt x="3333750" y="1584703"/>
                </a:lnTo>
                <a:lnTo>
                  <a:pt x="0" y="15847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902453" y="457200"/>
            <a:ext cx="3333750" cy="1357760"/>
          </a:xfrm>
          <a:custGeom>
            <a:avLst/>
            <a:gdLst/>
            <a:ahLst/>
            <a:cxnLst/>
            <a:rect r="r" b="b" t="t" l="l"/>
            <a:pathLst>
              <a:path h="1357760" w="3333750">
                <a:moveTo>
                  <a:pt x="0" y="0"/>
                </a:moveTo>
                <a:lnTo>
                  <a:pt x="3333750" y="0"/>
                </a:lnTo>
                <a:lnTo>
                  <a:pt x="3333750" y="1357760"/>
                </a:lnTo>
                <a:lnTo>
                  <a:pt x="0" y="13577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57200" y="457200"/>
            <a:ext cx="1905000" cy="840867"/>
          </a:xfrm>
          <a:custGeom>
            <a:avLst/>
            <a:gdLst/>
            <a:ahLst/>
            <a:cxnLst/>
            <a:rect r="r" b="b" t="t" l="l"/>
            <a:pathLst>
              <a:path h="840867" w="1905000">
                <a:moveTo>
                  <a:pt x="0" y="0"/>
                </a:moveTo>
                <a:lnTo>
                  <a:pt x="1905000" y="0"/>
                </a:lnTo>
                <a:lnTo>
                  <a:pt x="1905000" y="840867"/>
                </a:lnTo>
                <a:lnTo>
                  <a:pt x="0" y="8408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8" id="8"/>
          <p:cNvGrpSpPr>
            <a:grpSpLocks noChangeAspect="true"/>
          </p:cNvGrpSpPr>
          <p:nvPr/>
        </p:nvGrpSpPr>
        <p:grpSpPr>
          <a:xfrm rot="0">
            <a:off x="5521328" y="9167879"/>
            <a:ext cx="19050" cy="2570226"/>
            <a:chOff x="0" y="0"/>
            <a:chExt cx="19050" cy="257022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9050" cy="2570226"/>
            </a:xfrm>
            <a:custGeom>
              <a:avLst/>
              <a:gdLst/>
              <a:ahLst/>
              <a:cxnLst/>
              <a:rect r="r" b="b" t="t" l="l"/>
              <a:pathLst>
                <a:path h="2570226" w="19050">
                  <a:moveTo>
                    <a:pt x="0" y="0"/>
                  </a:moveTo>
                  <a:lnTo>
                    <a:pt x="0" y="2570226"/>
                  </a:lnTo>
                  <a:lnTo>
                    <a:pt x="19050" y="2570226"/>
                  </a:lnTo>
                  <a:lnTo>
                    <a:pt x="19050" y="0"/>
                  </a:lnTo>
                  <a:lnTo>
                    <a:pt x="0" y="0"/>
                  </a:lnTo>
                </a:path>
              </a:pathLst>
            </a:custGeom>
            <a:solidFill>
              <a:srgbClr val="DDDDDD"/>
            </a:solidFill>
          </p:spPr>
        </p:sp>
      </p:grpSp>
      <p:grpSp>
        <p:nvGrpSpPr>
          <p:cNvPr name="Group 10" id="10"/>
          <p:cNvGrpSpPr>
            <a:grpSpLocks noChangeAspect="true"/>
          </p:cNvGrpSpPr>
          <p:nvPr/>
        </p:nvGrpSpPr>
        <p:grpSpPr>
          <a:xfrm rot="0">
            <a:off x="2163823" y="9167879"/>
            <a:ext cx="1428750" cy="1428750"/>
            <a:chOff x="0" y="0"/>
            <a:chExt cx="1905000" cy="1905000"/>
          </a:xfrm>
        </p:grpSpPr>
        <p:sp>
          <p:nvSpPr>
            <p:cNvPr name="Freeform 11" id="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1905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905000">
                  <a:moveTo>
                    <a:pt x="127000" y="0"/>
                  </a:moveTo>
                  <a:cubicBezTo>
                    <a:pt x="56769" y="0"/>
                    <a:pt x="0" y="56896"/>
                    <a:pt x="0" y="127000"/>
                  </a:cubicBezTo>
                  <a:lnTo>
                    <a:pt x="0" y="1778000"/>
                  </a:lnTo>
                  <a:cubicBezTo>
                    <a:pt x="0" y="1848104"/>
                    <a:pt x="56769" y="1905000"/>
                    <a:pt x="127000" y="1905000"/>
                  </a:cubicBezTo>
                  <a:lnTo>
                    <a:pt x="1778000" y="1905000"/>
                  </a:lnTo>
                  <a:cubicBezTo>
                    <a:pt x="1848104" y="1905000"/>
                    <a:pt x="1905000" y="1848104"/>
                    <a:pt x="1905000" y="1778000"/>
                  </a:cubicBezTo>
                  <a:lnTo>
                    <a:pt x="1905000" y="127000"/>
                  </a:lnTo>
                  <a:cubicBezTo>
                    <a:pt x="1905000" y="56896"/>
                    <a:pt x="1848104" y="0"/>
                    <a:pt x="1778000" y="0"/>
                  </a:cubicBez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8331203" y="11738105"/>
            <a:ext cx="1905000" cy="902713"/>
          </a:xfrm>
          <a:custGeom>
            <a:avLst/>
            <a:gdLst/>
            <a:ahLst/>
            <a:cxnLst/>
            <a:rect r="r" b="b" t="t" l="l"/>
            <a:pathLst>
              <a:path h="902713" w="1905000">
                <a:moveTo>
                  <a:pt x="0" y="0"/>
                </a:moveTo>
                <a:lnTo>
                  <a:pt x="1905000" y="0"/>
                </a:lnTo>
                <a:lnTo>
                  <a:pt x="1905000" y="902713"/>
                </a:lnTo>
                <a:lnTo>
                  <a:pt x="0" y="90271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4211831" y="1326642"/>
            <a:ext cx="2690622" cy="2329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sz="1725" spc="-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Kingdom of Saudi Arabia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346697" y="1605153"/>
            <a:ext cx="72866" cy="434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9"/>
              </a:lnSpc>
            </a:pPr>
            <a:r>
              <a:rPr lang="en-US" sz="2250">
                <a:solidFill>
                  <a:srgbClr val="2C3E77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241168" y="1885490"/>
            <a:ext cx="2255358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3149"/>
              </a:lnSpc>
            </a:pPr>
            <a:r>
              <a:rPr lang="ar-EG" b="true" sz="2250">
                <a:solidFill>
                  <a:srgbClr val="306D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تقرير إجازة مرضية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76250" y="5828567"/>
            <a:ext cx="2044969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35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Name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476250" y="8528590"/>
            <a:ext cx="2044969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35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Position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476250" y="3151280"/>
            <a:ext cx="204302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35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ID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76250" y="7429271"/>
            <a:ext cx="2044969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35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Employer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76250" y="5295043"/>
            <a:ext cx="2044969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35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Issue Date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76250" y="6895624"/>
            <a:ext cx="2044969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35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Nationality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57200" y="3694328"/>
            <a:ext cx="206207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35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Duration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76250" y="4761509"/>
            <a:ext cx="2044969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35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Discharge Date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76250" y="4227862"/>
            <a:ext cx="2044969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35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Admission Date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76250" y="7978931"/>
            <a:ext cx="2044969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35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Practitioner Name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476250" y="6362090"/>
            <a:ext cx="2044969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35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 ID / Iqama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521219" y="4233177"/>
            <a:ext cx="311753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{{ENTRY_DATE_HIJRI}}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521219" y="4766824"/>
            <a:ext cx="311753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{{EXIT_DATE_GREGORIAN}}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519275" y="6891414"/>
            <a:ext cx="3045297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{{N</a:t>
            </a: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ATIONALITY_EN}}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519275" y="5824357"/>
            <a:ext cx="3045297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{{N</a:t>
            </a: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AME_EN}}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519275" y="3690118"/>
            <a:ext cx="377140" cy="1194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{{DAYS_COUNT}}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3956428" y="7291711"/>
            <a:ext cx="174879" cy="447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    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2521219" y="8381505"/>
            <a:ext cx="3023083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{{JOB_TITLE_EN}}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2521219" y="5300358"/>
            <a:ext cx="6048109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{{REPORT_ISSUE_DATE}}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2519275" y="6367405"/>
            <a:ext cx="605005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{{ID_NUMBER}}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2521219" y="3156595"/>
            <a:ext cx="6048109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</a:t>
            </a: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SERVICE_CODE}}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5871210" y="3696729"/>
            <a:ext cx="917943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{{EXIT_DATE_HIJRI}}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568953" y="4233177"/>
            <a:ext cx="3076899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{{ENTRY_DATE_HIJRI}}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5568953" y="4766824"/>
            <a:ext cx="3076899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{{EXIT_DATE_HIJRI}}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6982711" y="3696729"/>
            <a:ext cx="1094965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{{ENTRY_DATE_HIJRI}}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8142351" y="3696729"/>
            <a:ext cx="435959" cy="956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{{DAYS_COUNT}}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6771132" y="3697100"/>
            <a:ext cx="215798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sz="1350">
                <a:solidFill>
                  <a:srgbClr val="FFFFFF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الى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5568953" y="7431919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الى من يهمه الامر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5568953" y="6898396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{{NATIONALITY_AR}}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5568953" y="8531362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{{JOB_TITLE_AR}}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5564572" y="5831338"/>
            <a:ext cx="3004756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{{NAME_AR}}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5568953" y="7981702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{{DOCTOR_NAME_AR}}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7927210" y="3697100"/>
            <a:ext cx="219475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sz="1350">
                <a:solidFill>
                  <a:srgbClr val="FFFFFF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يوم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8578310" y="5838711"/>
            <a:ext cx="165789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الاسم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9102976" y="6905768"/>
            <a:ext cx="628164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الجنسية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8569328" y="3161424"/>
            <a:ext cx="16668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رمز الإجازة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9020556" y="7439292"/>
            <a:ext cx="796223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جهة العمل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8578310" y="3704473"/>
            <a:ext cx="165789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FFFFFF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مدة الإجازة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8956291" y="4771530"/>
            <a:ext cx="927383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الخروج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8941184" y="4238006"/>
            <a:ext cx="958158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الدخول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8891397" y="7989075"/>
            <a:ext cx="1059590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اسم الممارس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8770877" y="8538734"/>
            <a:ext cx="1305649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المسمى الوظيفى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8578310" y="6372235"/>
            <a:ext cx="165789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رقم الهوية / الاقامة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8727567" y="5305187"/>
            <a:ext cx="1393965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إصدار التقرير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906018" y="10577798"/>
            <a:ext cx="4023236" cy="7861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2376"/>
              </a:lnSpc>
            </a:pPr>
            <a:r>
              <a:rPr lang="ar-EG" b="true" sz="112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للتحقق من بيانات التقرير يرجى التأكد من زيارة موقع منصة صحة الرسمي </a:t>
            </a:r>
          </a:p>
          <a:p>
            <a:pPr algn="ctr">
              <a:lnSpc>
                <a:spcPts val="1293"/>
              </a:lnSpc>
            </a:pPr>
            <a:r>
              <a:rPr lang="en-US" b="true" sz="112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To check the report please visit Seha's offical website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619560" y="11569036"/>
            <a:ext cx="2592271" cy="169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93"/>
              </a:lnSpc>
            </a:pPr>
            <a:r>
              <a:rPr lang="en-US" b="true" sz="1125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9" tooltip="https://sihasa.vercel.app"/>
              </a:rPr>
              <a:t>sihasa.vercel.app</a:t>
            </a:r>
            <a:r>
              <a:rPr lang="en-US" b="true" sz="1125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10" tooltip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/>
              </a:rPr>
              <a:t>/#/inquiries/slenquiry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2878198" y="11381232"/>
            <a:ext cx="36433" cy="217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93"/>
              </a:lnSpc>
            </a:pPr>
            <a:r>
              <a:rPr lang="en-US" sz="1125">
                <a:solidFill>
                  <a:srgbClr val="000000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5521328" y="10680021"/>
            <a:ext cx="5170672" cy="205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</a:rPr>
              <a:t>{{HOSPITAL_NAME_AR}}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5530853" y="11208210"/>
            <a:ext cx="5161147" cy="205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784"/>
              </a:lnSpc>
            </a:pPr>
            <a:r>
              <a:rPr lang="ar-EG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رقم الترخيص : </a:t>
            </a:r>
            <a:r>
              <a:rPr lang="en-US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</a:rPr>
              <a:t>1410101201200270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476250" y="11553968"/>
            <a:ext cx="2130288" cy="322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</a:t>
            </a: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PRINT_TIME}}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2521219" y="7972177"/>
            <a:ext cx="3045297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{{DOCTOR_N</a:t>
            </a: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AME_EN}}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4291884" y="2301223"/>
            <a:ext cx="2255358" cy="333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13"/>
              </a:lnSpc>
            </a:pPr>
            <a:r>
              <a:rPr lang="en-US" b="true" sz="1867">
                <a:solidFill>
                  <a:srgbClr val="2C3E7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Sick Leave Report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5530853" y="10895286"/>
            <a:ext cx="5161147" cy="2669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27"/>
              </a:lnSpc>
            </a:pP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{{HOSPI</a:t>
            </a: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TAL_NAME_EN}}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476250" y="11904964"/>
            <a:ext cx="2913563" cy="322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{{PRINT_DATE}}</a:t>
            </a:r>
          </a:p>
        </p:txBody>
      </p:sp>
      <p:sp>
        <p:nvSpPr>
          <p:cNvPr name="Freeform 70" id="70"/>
          <p:cNvSpPr/>
          <p:nvPr/>
        </p:nvSpPr>
        <p:spPr>
          <a:xfrm flipH="false" flipV="false" rot="0">
            <a:off x="7475112" y="9291757"/>
            <a:ext cx="1343147" cy="1217227"/>
          </a:xfrm>
          <a:custGeom>
            <a:avLst/>
            <a:gdLst/>
            <a:ahLst/>
            <a:cxnLst/>
            <a:rect r="r" b="b" t="t" l="l"/>
            <a:pathLst>
              <a:path h="1217227" w="1343147">
                <a:moveTo>
                  <a:pt x="0" y="0"/>
                </a:moveTo>
                <a:lnTo>
                  <a:pt x="1343146" y="0"/>
                </a:lnTo>
                <a:lnTo>
                  <a:pt x="1343146" y="1217226"/>
                </a:lnTo>
                <a:lnTo>
                  <a:pt x="0" y="121722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71" id="71"/>
          <p:cNvSpPr txBox="true"/>
          <p:nvPr/>
        </p:nvSpPr>
        <p:spPr>
          <a:xfrm rot="0">
            <a:off x="5871210" y="3694328"/>
            <a:ext cx="169288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 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7530194" y="3708073"/>
            <a:ext cx="397016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2896414" y="3694328"/>
            <a:ext cx="35471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day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3202486" y="3694328"/>
            <a:ext cx="169288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 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5184622" y="3690118"/>
            <a:ext cx="18422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4182207" y="3686442"/>
            <a:ext cx="35471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3213364" y="3685361"/>
            <a:ext cx="917943" cy="718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{{ENTRY_DATE_GREGORIAN}}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4358791" y="3685361"/>
            <a:ext cx="917943" cy="718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{{EXIT_DATE_GREGORIAN}}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DAG8cI3nTsg</dc:identifier>
  <dcterms:modified xsi:type="dcterms:W3CDTF">2011-08-01T06:04:30Z</dcterms:modified>
  <cp:revision>1</cp:revision>
  <dc:title>sickLeaves-11.pdf</dc:title>
</cp:coreProperties>
</file>